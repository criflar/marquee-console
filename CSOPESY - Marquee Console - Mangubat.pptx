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8"/>
  </p:notesMasterIdLst>
  <p:sldIdLst>
    <p:sldId id="256" r:id="rId2"/>
    <p:sldId id="289" r:id="rId3"/>
    <p:sldId id="288" r:id="rId4"/>
    <p:sldId id="290" r:id="rId5"/>
    <p:sldId id="291" r:id="rId6"/>
    <p:sldId id="28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CE9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35" autoAdjust="0"/>
    <p:restoredTop sz="94737" autoAdjust="0"/>
  </p:normalViewPr>
  <p:slideViewPr>
    <p:cSldViewPr snapToGrid="0">
      <p:cViewPr varScale="1">
        <p:scale>
          <a:sx n="129" d="100"/>
          <a:sy n="129" d="100"/>
        </p:scale>
        <p:origin x="2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il Patrick  A. Del Gallego" userId="9fccce03-204c-489b-ae7d-5aeb7f0c6bb7" providerId="ADAL" clId="{81196433-19FA-4C2B-981A-52BB8C0969A7}"/>
    <pc:docChg chg="custSel modMainMaster">
      <pc:chgData name="Neil Patrick  A. Del Gallego" userId="9fccce03-204c-489b-ae7d-5aeb7f0c6bb7" providerId="ADAL" clId="{81196433-19FA-4C2B-981A-52BB8C0969A7}" dt="2024-05-13T13:20:09.564" v="0" actId="478"/>
      <pc:docMkLst>
        <pc:docMk/>
      </pc:docMkLst>
      <pc:sldMasterChg chg="delSp mod">
        <pc:chgData name="Neil Patrick  A. Del Gallego" userId="9fccce03-204c-489b-ae7d-5aeb7f0c6bb7" providerId="ADAL" clId="{81196433-19FA-4C2B-981A-52BB8C0969A7}" dt="2024-05-13T13:20:09.564" v="0" actId="478"/>
        <pc:sldMasterMkLst>
          <pc:docMk/>
          <pc:sldMasterMk cId="2644797524" sldId="2147483684"/>
        </pc:sldMasterMkLst>
        <pc:picChg chg="del">
          <ac:chgData name="Neil Patrick  A. Del Gallego" userId="9fccce03-204c-489b-ae7d-5aeb7f0c6bb7" providerId="ADAL" clId="{81196433-19FA-4C2B-981A-52BB8C0969A7}" dt="2024-05-13T13:20:09.564" v="0" actId="478"/>
          <ac:picMkLst>
            <pc:docMk/>
            <pc:sldMasterMk cId="2644797524" sldId="2147483684"/>
            <ac:picMk id="8" creationId="{826DC515-5005-E090-FDD6-DC92BB630040}"/>
          </ac:picMkLst>
        </pc:picChg>
      </pc:sldMasterChg>
    </pc:docChg>
  </pc:docChgLst>
  <pc:docChgLst>
    <pc:chgData name="Neil Patrick  A. Del Gallego" userId="9fccce03-204c-489b-ae7d-5aeb7f0c6bb7" providerId="ADAL" clId="{098A67B0-652E-49C7-B9DE-0FF45FE6026A}"/>
    <pc:docChg chg="undo custSel delSld modSld">
      <pc:chgData name="Neil Patrick  A. Del Gallego" userId="9fccce03-204c-489b-ae7d-5aeb7f0c6bb7" providerId="ADAL" clId="{098A67B0-652E-49C7-B9DE-0FF45FE6026A}" dt="2023-10-04T02:34:39.659" v="57" actId="14100"/>
      <pc:docMkLst>
        <pc:docMk/>
      </pc:docMkLst>
      <pc:sldChg chg="modSp mod">
        <pc:chgData name="Neil Patrick  A. Del Gallego" userId="9fccce03-204c-489b-ae7d-5aeb7f0c6bb7" providerId="ADAL" clId="{098A67B0-652E-49C7-B9DE-0FF45FE6026A}" dt="2023-10-04T02:34:06.273" v="19" actId="20577"/>
        <pc:sldMkLst>
          <pc:docMk/>
          <pc:sldMk cId="964464367" sldId="256"/>
        </pc:sldMkLst>
        <pc:spChg chg="mod">
          <ac:chgData name="Neil Patrick  A. Del Gallego" userId="9fccce03-204c-489b-ae7d-5aeb7f0c6bb7" providerId="ADAL" clId="{098A67B0-652E-49C7-B9DE-0FF45FE6026A}" dt="2023-10-04T02:34:03.630" v="11" actId="20577"/>
          <ac:spMkLst>
            <pc:docMk/>
            <pc:sldMk cId="964464367" sldId="256"/>
            <ac:spMk id="2" creationId="{00000000-0000-0000-0000-000000000000}"/>
          </ac:spMkLst>
        </pc:spChg>
        <pc:spChg chg="mod">
          <ac:chgData name="Neil Patrick  A. Del Gallego" userId="9fccce03-204c-489b-ae7d-5aeb7f0c6bb7" providerId="ADAL" clId="{098A67B0-652E-49C7-B9DE-0FF45FE6026A}" dt="2023-10-04T02:34:06.273" v="19" actId="20577"/>
          <ac:spMkLst>
            <pc:docMk/>
            <pc:sldMk cId="964464367" sldId="256"/>
            <ac:spMk id="4" creationId="{425D84B8-5341-4045-90F7-0378F7D789DE}"/>
          </ac:spMkLst>
        </pc:spChg>
      </pc:sldChg>
      <pc:sldChg chg="delSp modSp mod">
        <pc:chgData name="Neil Patrick  A. Del Gallego" userId="9fccce03-204c-489b-ae7d-5aeb7f0c6bb7" providerId="ADAL" clId="{098A67B0-652E-49C7-B9DE-0FF45FE6026A}" dt="2023-10-04T02:34:39.659" v="57" actId="14100"/>
        <pc:sldMkLst>
          <pc:docMk/>
          <pc:sldMk cId="4238617233" sldId="280"/>
        </pc:sldMkLst>
        <pc:spChg chg="mod">
          <ac:chgData name="Neil Patrick  A. Del Gallego" userId="9fccce03-204c-489b-ae7d-5aeb7f0c6bb7" providerId="ADAL" clId="{098A67B0-652E-49C7-B9DE-0FF45FE6026A}" dt="2023-10-04T02:34:39.659" v="57" actId="14100"/>
          <ac:spMkLst>
            <pc:docMk/>
            <pc:sldMk cId="4238617233" sldId="280"/>
            <ac:spMk id="2" creationId="{8CC353A4-95E0-46A3-BF0C-110F7F7790C7}"/>
          </ac:spMkLst>
        </pc:spChg>
        <pc:picChg chg="del">
          <ac:chgData name="Neil Patrick  A. Del Gallego" userId="9fccce03-204c-489b-ae7d-5aeb7f0c6bb7" providerId="ADAL" clId="{098A67B0-652E-49C7-B9DE-0FF45FE6026A}" dt="2023-10-04T02:34:37.342" v="56" actId="478"/>
          <ac:picMkLst>
            <pc:docMk/>
            <pc:sldMk cId="4238617233" sldId="280"/>
            <ac:picMk id="11" creationId="{E0787B8B-C180-49EC-B9DF-76FD7929E7CB}"/>
          </ac:picMkLst>
        </pc:picChg>
      </pc:sldChg>
      <pc:sldChg chg="del">
        <pc:chgData name="Neil Patrick  A. Del Gallego" userId="9fccce03-204c-489b-ae7d-5aeb7f0c6bb7" providerId="ADAL" clId="{098A67B0-652E-49C7-B9DE-0FF45FE6026A}" dt="2023-10-04T02:34:27.400" v="55" actId="47"/>
        <pc:sldMkLst>
          <pc:docMk/>
          <pc:sldMk cId="3868103168" sldId="287"/>
        </pc:sldMkLst>
      </pc:sldChg>
      <pc:sldChg chg="delSp modSp mod">
        <pc:chgData name="Neil Patrick  A. Del Gallego" userId="9fccce03-204c-489b-ae7d-5aeb7f0c6bb7" providerId="ADAL" clId="{098A67B0-652E-49C7-B9DE-0FF45FE6026A}" dt="2023-10-04T02:34:23.092" v="54" actId="478"/>
        <pc:sldMkLst>
          <pc:docMk/>
          <pc:sldMk cId="4237367364" sldId="288"/>
        </pc:sldMkLst>
        <pc:spChg chg="mod">
          <ac:chgData name="Neil Patrick  A. Del Gallego" userId="9fccce03-204c-489b-ae7d-5aeb7f0c6bb7" providerId="ADAL" clId="{098A67B0-652E-49C7-B9DE-0FF45FE6026A}" dt="2023-10-04T02:34:19.424" v="48" actId="20577"/>
          <ac:spMkLst>
            <pc:docMk/>
            <pc:sldMk cId="4237367364" sldId="288"/>
            <ac:spMk id="2" creationId="{D0FAFE88-3BB3-4A37-8738-A7A760A9234D}"/>
          </ac:spMkLst>
        </pc:spChg>
        <pc:spChg chg="mod">
          <ac:chgData name="Neil Patrick  A. Del Gallego" userId="9fccce03-204c-489b-ae7d-5aeb7f0c6bb7" providerId="ADAL" clId="{098A67B0-652E-49C7-B9DE-0FF45FE6026A}" dt="2023-10-04T02:34:21.338" v="52" actId="20577"/>
          <ac:spMkLst>
            <pc:docMk/>
            <pc:sldMk cId="4237367364" sldId="288"/>
            <ac:spMk id="4" creationId="{900A3B5E-0D88-40D3-ADEE-967AB121DC82}"/>
          </ac:spMkLst>
        </pc:spChg>
        <pc:picChg chg="del">
          <ac:chgData name="Neil Patrick  A. Del Gallego" userId="9fccce03-204c-489b-ae7d-5aeb7f0c6bb7" providerId="ADAL" clId="{098A67B0-652E-49C7-B9DE-0FF45FE6026A}" dt="2023-10-04T02:34:22.779" v="53" actId="478"/>
          <ac:picMkLst>
            <pc:docMk/>
            <pc:sldMk cId="4237367364" sldId="288"/>
            <ac:picMk id="3" creationId="{7BB071FA-CF70-9B9F-4909-B92842281BE8}"/>
          </ac:picMkLst>
        </pc:picChg>
        <pc:picChg chg="del">
          <ac:chgData name="Neil Patrick  A. Del Gallego" userId="9fccce03-204c-489b-ae7d-5aeb7f0c6bb7" providerId="ADAL" clId="{098A67B0-652E-49C7-B9DE-0FF45FE6026A}" dt="2023-10-04T02:34:23.092" v="54" actId="478"/>
          <ac:picMkLst>
            <pc:docMk/>
            <pc:sldMk cId="4237367364" sldId="288"/>
            <ac:picMk id="6" creationId="{1F63C46D-C221-BA44-53D2-63138C53A24B}"/>
          </ac:picMkLst>
        </pc:picChg>
      </pc:sldChg>
      <pc:sldChg chg="del">
        <pc:chgData name="Neil Patrick  A. Del Gallego" userId="9fccce03-204c-489b-ae7d-5aeb7f0c6bb7" providerId="ADAL" clId="{098A67B0-652E-49C7-B9DE-0FF45FE6026A}" dt="2023-10-04T02:34:27.400" v="55" actId="47"/>
        <pc:sldMkLst>
          <pc:docMk/>
          <pc:sldMk cId="3532252714" sldId="289"/>
        </pc:sldMkLst>
      </pc:sldChg>
      <pc:sldChg chg="del">
        <pc:chgData name="Neil Patrick  A. Del Gallego" userId="9fccce03-204c-489b-ae7d-5aeb7f0c6bb7" providerId="ADAL" clId="{098A67B0-652E-49C7-B9DE-0FF45FE6026A}" dt="2023-10-04T02:34:27.400" v="55" actId="47"/>
        <pc:sldMkLst>
          <pc:docMk/>
          <pc:sldMk cId="922805357" sldId="290"/>
        </pc:sldMkLst>
      </pc:sldChg>
      <pc:sldChg chg="del">
        <pc:chgData name="Neil Patrick  A. Del Gallego" userId="9fccce03-204c-489b-ae7d-5aeb7f0c6bb7" providerId="ADAL" clId="{098A67B0-652E-49C7-B9DE-0FF45FE6026A}" dt="2023-10-04T02:34:27.400" v="55" actId="47"/>
        <pc:sldMkLst>
          <pc:docMk/>
          <pc:sldMk cId="392016377" sldId="291"/>
        </pc:sldMkLst>
      </pc:sldChg>
      <pc:sldChg chg="del">
        <pc:chgData name="Neil Patrick  A. Del Gallego" userId="9fccce03-204c-489b-ae7d-5aeb7f0c6bb7" providerId="ADAL" clId="{098A67B0-652E-49C7-B9DE-0FF45FE6026A}" dt="2023-10-04T02:34:27.400" v="55" actId="47"/>
        <pc:sldMkLst>
          <pc:docMk/>
          <pc:sldMk cId="3058687720" sldId="293"/>
        </pc:sldMkLst>
      </pc:sldChg>
      <pc:sldChg chg="del">
        <pc:chgData name="Neil Patrick  A. Del Gallego" userId="9fccce03-204c-489b-ae7d-5aeb7f0c6bb7" providerId="ADAL" clId="{098A67B0-652E-49C7-B9DE-0FF45FE6026A}" dt="2023-10-04T02:34:27.400" v="55" actId="47"/>
        <pc:sldMkLst>
          <pc:docMk/>
          <pc:sldMk cId="3918923197" sldId="294"/>
        </pc:sldMkLst>
      </pc:sldChg>
      <pc:sldChg chg="del">
        <pc:chgData name="Neil Patrick  A. Del Gallego" userId="9fccce03-204c-489b-ae7d-5aeb7f0c6bb7" providerId="ADAL" clId="{098A67B0-652E-49C7-B9DE-0FF45FE6026A}" dt="2023-10-04T02:34:27.400" v="55" actId="47"/>
        <pc:sldMkLst>
          <pc:docMk/>
          <pc:sldMk cId="916308430" sldId="295"/>
        </pc:sldMkLst>
      </pc:sldChg>
      <pc:sldChg chg="del">
        <pc:chgData name="Neil Patrick  A. Del Gallego" userId="9fccce03-204c-489b-ae7d-5aeb7f0c6bb7" providerId="ADAL" clId="{098A67B0-652E-49C7-B9DE-0FF45FE6026A}" dt="2023-10-04T02:34:27.400" v="55" actId="47"/>
        <pc:sldMkLst>
          <pc:docMk/>
          <pc:sldMk cId="929676779" sldId="296"/>
        </pc:sldMkLst>
      </pc:sldChg>
      <pc:sldChg chg="del">
        <pc:chgData name="Neil Patrick  A. Del Gallego" userId="9fccce03-204c-489b-ae7d-5aeb7f0c6bb7" providerId="ADAL" clId="{098A67B0-652E-49C7-B9DE-0FF45FE6026A}" dt="2023-10-04T02:34:27.400" v="55" actId="47"/>
        <pc:sldMkLst>
          <pc:docMk/>
          <pc:sldMk cId="626469240" sldId="298"/>
        </pc:sldMkLst>
      </pc:sldChg>
      <pc:sldChg chg="del">
        <pc:chgData name="Neil Patrick  A. Del Gallego" userId="9fccce03-204c-489b-ae7d-5aeb7f0c6bb7" providerId="ADAL" clId="{098A67B0-652E-49C7-B9DE-0FF45FE6026A}" dt="2023-10-04T02:34:27.400" v="55" actId="47"/>
        <pc:sldMkLst>
          <pc:docMk/>
          <pc:sldMk cId="4118828501" sldId="333"/>
        </pc:sldMkLst>
      </pc:sldChg>
      <pc:sldChg chg="del">
        <pc:chgData name="Neil Patrick  A. Del Gallego" userId="9fccce03-204c-489b-ae7d-5aeb7f0c6bb7" providerId="ADAL" clId="{098A67B0-652E-49C7-B9DE-0FF45FE6026A}" dt="2023-10-04T02:34:27.400" v="55" actId="47"/>
        <pc:sldMkLst>
          <pc:docMk/>
          <pc:sldMk cId="3776419982" sldId="334"/>
        </pc:sldMkLst>
      </pc:sldChg>
      <pc:sldChg chg="del">
        <pc:chgData name="Neil Patrick  A. Del Gallego" userId="9fccce03-204c-489b-ae7d-5aeb7f0c6bb7" providerId="ADAL" clId="{098A67B0-652E-49C7-B9DE-0FF45FE6026A}" dt="2023-10-04T02:34:27.400" v="55" actId="47"/>
        <pc:sldMkLst>
          <pc:docMk/>
          <pc:sldMk cId="33468046" sldId="335"/>
        </pc:sldMkLst>
      </pc:sldChg>
      <pc:sldChg chg="del">
        <pc:chgData name="Neil Patrick  A. Del Gallego" userId="9fccce03-204c-489b-ae7d-5aeb7f0c6bb7" providerId="ADAL" clId="{098A67B0-652E-49C7-B9DE-0FF45FE6026A}" dt="2023-10-04T02:34:27.400" v="55" actId="47"/>
        <pc:sldMkLst>
          <pc:docMk/>
          <pc:sldMk cId="2610385816" sldId="336"/>
        </pc:sldMkLst>
      </pc:sldChg>
      <pc:sldChg chg="del">
        <pc:chgData name="Neil Patrick  A. Del Gallego" userId="9fccce03-204c-489b-ae7d-5aeb7f0c6bb7" providerId="ADAL" clId="{098A67B0-652E-49C7-B9DE-0FF45FE6026A}" dt="2023-10-04T02:34:27.400" v="55" actId="47"/>
        <pc:sldMkLst>
          <pc:docMk/>
          <pc:sldMk cId="3741554735" sldId="337"/>
        </pc:sldMkLst>
      </pc:sldChg>
      <pc:sldChg chg="del">
        <pc:chgData name="Neil Patrick  A. Del Gallego" userId="9fccce03-204c-489b-ae7d-5aeb7f0c6bb7" providerId="ADAL" clId="{098A67B0-652E-49C7-B9DE-0FF45FE6026A}" dt="2023-10-04T02:34:27.400" v="55" actId="47"/>
        <pc:sldMkLst>
          <pc:docMk/>
          <pc:sldMk cId="2490844624" sldId="338"/>
        </pc:sldMkLst>
      </pc:sldChg>
      <pc:sldChg chg="del">
        <pc:chgData name="Neil Patrick  A. Del Gallego" userId="9fccce03-204c-489b-ae7d-5aeb7f0c6bb7" providerId="ADAL" clId="{098A67B0-652E-49C7-B9DE-0FF45FE6026A}" dt="2023-10-04T02:34:27.400" v="55" actId="47"/>
        <pc:sldMkLst>
          <pc:docMk/>
          <pc:sldMk cId="2820338251" sldId="339"/>
        </pc:sldMkLst>
      </pc:sldChg>
      <pc:sldChg chg="del">
        <pc:chgData name="Neil Patrick  A. Del Gallego" userId="9fccce03-204c-489b-ae7d-5aeb7f0c6bb7" providerId="ADAL" clId="{098A67B0-652E-49C7-B9DE-0FF45FE6026A}" dt="2023-10-04T02:34:27.400" v="55" actId="47"/>
        <pc:sldMkLst>
          <pc:docMk/>
          <pc:sldMk cId="1787033067" sldId="340"/>
        </pc:sldMkLst>
      </pc:sldChg>
    </pc:docChg>
  </pc:docChgLst>
  <pc:docChgLst>
    <pc:chgData name="Neil Patrick  A. Del Gallego" userId="9fccce03-204c-489b-ae7d-5aeb7f0c6bb7" providerId="ADAL" clId="{8848EE55-73C6-42EA-A8D0-92868DB3740C}"/>
    <pc:docChg chg="delSld modSld">
      <pc:chgData name="Neil Patrick  A. Del Gallego" userId="9fccce03-204c-489b-ae7d-5aeb7f0c6bb7" providerId="ADAL" clId="{8848EE55-73C6-42EA-A8D0-92868DB3740C}" dt="2024-05-12T14:00:40.675" v="35" actId="47"/>
      <pc:docMkLst>
        <pc:docMk/>
      </pc:docMkLst>
      <pc:sldChg chg="modSp mod">
        <pc:chgData name="Neil Patrick  A. Del Gallego" userId="9fccce03-204c-489b-ae7d-5aeb7f0c6bb7" providerId="ADAL" clId="{8848EE55-73C6-42EA-A8D0-92868DB3740C}" dt="2024-05-12T14:00:38.978" v="34" actId="20577"/>
        <pc:sldMkLst>
          <pc:docMk/>
          <pc:sldMk cId="964464367" sldId="256"/>
        </pc:sldMkLst>
        <pc:spChg chg="mod">
          <ac:chgData name="Neil Patrick  A. Del Gallego" userId="9fccce03-204c-489b-ae7d-5aeb7f0c6bb7" providerId="ADAL" clId="{8848EE55-73C6-42EA-A8D0-92868DB3740C}" dt="2024-05-12T14:00:38.978" v="34" actId="20577"/>
          <ac:spMkLst>
            <pc:docMk/>
            <pc:sldMk cId="964464367" sldId="256"/>
            <ac:spMk id="3" creationId="{00000000-0000-0000-0000-000000000000}"/>
          </ac:spMkLst>
        </pc:spChg>
      </pc:sldChg>
      <pc:sldChg chg="del">
        <pc:chgData name="Neil Patrick  A. Del Gallego" userId="9fccce03-204c-489b-ae7d-5aeb7f0c6bb7" providerId="ADAL" clId="{8848EE55-73C6-42EA-A8D0-92868DB3740C}" dt="2024-05-12T14:00:40.675" v="35" actId="47"/>
        <pc:sldMkLst>
          <pc:docMk/>
          <pc:sldMk cId="1111371222" sldId="297"/>
        </pc:sldMkLst>
      </pc:sldChg>
    </pc:docChg>
  </pc:docChgLst>
  <pc:docChgLst>
    <pc:chgData name="Neil Patrick  A. Del Gallego" userId="9fccce03-204c-489b-ae7d-5aeb7f0c6bb7" providerId="ADAL" clId="{6A1F3EF7-90F3-4287-8EFD-9DD7C6C2096F}"/>
    <pc:docChg chg="undo redo custSel addSld delSld modSld sldOrd modMainMaster">
      <pc:chgData name="Neil Patrick  A. Del Gallego" userId="9fccce03-204c-489b-ae7d-5aeb7f0c6bb7" providerId="ADAL" clId="{6A1F3EF7-90F3-4287-8EFD-9DD7C6C2096F}" dt="2023-10-02T11:58:15.413" v="7773" actId="20577"/>
      <pc:docMkLst>
        <pc:docMk/>
      </pc:docMkLst>
      <pc:sldChg chg="modSp mod">
        <pc:chgData name="Neil Patrick  A. Del Gallego" userId="9fccce03-204c-489b-ae7d-5aeb7f0c6bb7" providerId="ADAL" clId="{6A1F3EF7-90F3-4287-8EFD-9DD7C6C2096F}" dt="2023-10-02T06:39:59.448" v="4649" actId="20577"/>
        <pc:sldMkLst>
          <pc:docMk/>
          <pc:sldMk cId="964464367" sldId="256"/>
        </pc:sldMkLst>
        <pc:spChg chg="mod">
          <ac:chgData name="Neil Patrick  A. Del Gallego" userId="9fccce03-204c-489b-ae7d-5aeb7f0c6bb7" providerId="ADAL" clId="{6A1F3EF7-90F3-4287-8EFD-9DD7C6C2096F}" dt="2023-10-02T06:10:46.950" v="3032" actId="20577"/>
          <ac:spMkLst>
            <pc:docMk/>
            <pc:sldMk cId="964464367" sldId="256"/>
            <ac:spMk id="2" creationId="{00000000-0000-0000-0000-000000000000}"/>
          </ac:spMkLst>
        </pc:spChg>
        <pc:spChg chg="mod">
          <ac:chgData name="Neil Patrick  A. Del Gallego" userId="9fccce03-204c-489b-ae7d-5aeb7f0c6bb7" providerId="ADAL" clId="{6A1F3EF7-90F3-4287-8EFD-9DD7C6C2096F}" dt="2023-10-02T06:39:59.448" v="4649" actId="20577"/>
          <ac:spMkLst>
            <pc:docMk/>
            <pc:sldMk cId="964464367" sldId="256"/>
            <ac:spMk id="3" creationId="{00000000-0000-0000-0000-000000000000}"/>
          </ac:spMkLst>
        </pc:spChg>
        <pc:spChg chg="mod">
          <ac:chgData name="Neil Patrick  A. Del Gallego" userId="9fccce03-204c-489b-ae7d-5aeb7f0c6bb7" providerId="ADAL" clId="{6A1F3EF7-90F3-4287-8EFD-9DD7C6C2096F}" dt="2023-10-02T05:08:44.494" v="105" actId="20577"/>
          <ac:spMkLst>
            <pc:docMk/>
            <pc:sldMk cId="964464367" sldId="256"/>
            <ac:spMk id="4" creationId="{425D84B8-5341-4045-90F7-0378F7D789DE}"/>
          </ac:spMkLst>
        </pc:spChg>
      </pc:sldChg>
      <pc:sldChg chg="delSp mod">
        <pc:chgData name="Neil Patrick  A. Del Gallego" userId="9fccce03-204c-489b-ae7d-5aeb7f0c6bb7" providerId="ADAL" clId="{6A1F3EF7-90F3-4287-8EFD-9DD7C6C2096F}" dt="2023-10-02T11:03:03.054" v="5202" actId="478"/>
        <pc:sldMkLst>
          <pc:docMk/>
          <pc:sldMk cId="4238617233" sldId="280"/>
        </pc:sldMkLst>
        <pc:picChg chg="del">
          <ac:chgData name="Neil Patrick  A. Del Gallego" userId="9fccce03-204c-489b-ae7d-5aeb7f0c6bb7" providerId="ADAL" clId="{6A1F3EF7-90F3-4287-8EFD-9DD7C6C2096F}" dt="2023-10-02T11:03:03.054" v="5202" actId="478"/>
          <ac:picMkLst>
            <pc:docMk/>
            <pc:sldMk cId="4238617233" sldId="280"/>
            <ac:picMk id="6" creationId="{06FA0C90-1A3C-43C8-B383-5ED1177F015F}"/>
          </ac:picMkLst>
        </pc:picChg>
      </pc:sldChg>
      <pc:sldChg chg="addSp delSp modSp mod">
        <pc:chgData name="Neil Patrick  A. Del Gallego" userId="9fccce03-204c-489b-ae7d-5aeb7f0c6bb7" providerId="ADAL" clId="{6A1F3EF7-90F3-4287-8EFD-9DD7C6C2096F}" dt="2023-10-02T05:59:06.258" v="2674" actId="14100"/>
        <pc:sldMkLst>
          <pc:docMk/>
          <pc:sldMk cId="3868103168" sldId="287"/>
        </pc:sldMkLst>
        <pc:spChg chg="mod">
          <ac:chgData name="Neil Patrick  A. Del Gallego" userId="9fccce03-204c-489b-ae7d-5aeb7f0c6bb7" providerId="ADAL" clId="{6A1F3EF7-90F3-4287-8EFD-9DD7C6C2096F}" dt="2023-10-02T05:59:01.514" v="2672" actId="14100"/>
          <ac:spMkLst>
            <pc:docMk/>
            <pc:sldMk cId="3868103168" sldId="287"/>
            <ac:spMk id="2" creationId="{D0FAFE88-3BB3-4A37-8738-A7A760A9234D}"/>
          </ac:spMkLst>
        </pc:spChg>
        <pc:spChg chg="mod">
          <ac:chgData name="Neil Patrick  A. Del Gallego" userId="9fccce03-204c-489b-ae7d-5aeb7f0c6bb7" providerId="ADAL" clId="{6A1F3EF7-90F3-4287-8EFD-9DD7C6C2096F}" dt="2023-10-02T05:59:06.258" v="2674" actId="14100"/>
          <ac:spMkLst>
            <pc:docMk/>
            <pc:sldMk cId="3868103168" sldId="287"/>
            <ac:spMk id="4" creationId="{900A3B5E-0D88-40D3-ADEE-967AB121DC82}"/>
          </ac:spMkLst>
        </pc:spChg>
        <pc:picChg chg="add mod">
          <ac:chgData name="Neil Patrick  A. Del Gallego" userId="9fccce03-204c-489b-ae7d-5aeb7f0c6bb7" providerId="ADAL" clId="{6A1F3EF7-90F3-4287-8EFD-9DD7C6C2096F}" dt="2023-10-02T05:18:29.709" v="603" actId="1076"/>
          <ac:picMkLst>
            <pc:docMk/>
            <pc:sldMk cId="3868103168" sldId="287"/>
            <ac:picMk id="3" creationId="{AED038CA-6BAA-730B-002F-E764BE0377BF}"/>
          </ac:picMkLst>
        </pc:picChg>
        <pc:picChg chg="del">
          <ac:chgData name="Neil Patrick  A. Del Gallego" userId="9fccce03-204c-489b-ae7d-5aeb7f0c6bb7" providerId="ADAL" clId="{6A1F3EF7-90F3-4287-8EFD-9DD7C6C2096F}" dt="2023-10-02T05:15:37.474" v="402" actId="478"/>
          <ac:picMkLst>
            <pc:docMk/>
            <pc:sldMk cId="3868103168" sldId="287"/>
            <ac:picMk id="1026" creationId="{F144BEC2-5560-1DBB-066D-049FA9B843CF}"/>
          </ac:picMkLst>
        </pc:picChg>
      </pc:sldChg>
      <pc:sldChg chg="addSp delSp modSp mod delAnim">
        <pc:chgData name="Neil Patrick  A. Del Gallego" userId="9fccce03-204c-489b-ae7d-5aeb7f0c6bb7" providerId="ADAL" clId="{6A1F3EF7-90F3-4287-8EFD-9DD7C6C2096F}" dt="2023-10-02T05:58:55.967" v="2671" actId="1076"/>
        <pc:sldMkLst>
          <pc:docMk/>
          <pc:sldMk cId="4237367364" sldId="288"/>
        </pc:sldMkLst>
        <pc:spChg chg="mod">
          <ac:chgData name="Neil Patrick  A. Del Gallego" userId="9fccce03-204c-489b-ae7d-5aeb7f0c6bb7" providerId="ADAL" clId="{6A1F3EF7-90F3-4287-8EFD-9DD7C6C2096F}" dt="2023-10-02T05:56:23.415" v="2635"/>
          <ac:spMkLst>
            <pc:docMk/>
            <pc:sldMk cId="4237367364" sldId="288"/>
            <ac:spMk id="2" creationId="{D0FAFE88-3BB3-4A37-8738-A7A760A9234D}"/>
          </ac:spMkLst>
        </pc:spChg>
        <pc:spChg chg="mod">
          <ac:chgData name="Neil Patrick  A. Del Gallego" userId="9fccce03-204c-489b-ae7d-5aeb7f0c6bb7" providerId="ADAL" clId="{6A1F3EF7-90F3-4287-8EFD-9DD7C6C2096F}" dt="2023-10-02T05:58:53.890" v="2670" actId="14100"/>
          <ac:spMkLst>
            <pc:docMk/>
            <pc:sldMk cId="4237367364" sldId="288"/>
            <ac:spMk id="4" creationId="{900A3B5E-0D88-40D3-ADEE-967AB121DC82}"/>
          </ac:spMkLst>
        </pc:spChg>
        <pc:picChg chg="add mod">
          <ac:chgData name="Neil Patrick  A. Del Gallego" userId="9fccce03-204c-489b-ae7d-5aeb7f0c6bb7" providerId="ADAL" clId="{6A1F3EF7-90F3-4287-8EFD-9DD7C6C2096F}" dt="2023-10-02T05:58:50.676" v="2669" actId="1076"/>
          <ac:picMkLst>
            <pc:docMk/>
            <pc:sldMk cId="4237367364" sldId="288"/>
            <ac:picMk id="3" creationId="{7BB071FA-CF70-9B9F-4909-B92842281BE8}"/>
          </ac:picMkLst>
        </pc:picChg>
        <pc:picChg chg="del">
          <ac:chgData name="Neil Patrick  A. Del Gallego" userId="9fccce03-204c-489b-ae7d-5aeb7f0c6bb7" providerId="ADAL" clId="{6A1F3EF7-90F3-4287-8EFD-9DD7C6C2096F}" dt="2023-10-02T05:09:09.195" v="106" actId="478"/>
          <ac:picMkLst>
            <pc:docMk/>
            <pc:sldMk cId="4237367364" sldId="288"/>
            <ac:picMk id="5" creationId="{6F2A15E5-AF8E-4246-5788-E7A76AC8F77F}"/>
          </ac:picMkLst>
        </pc:picChg>
        <pc:picChg chg="add mod">
          <ac:chgData name="Neil Patrick  A. Del Gallego" userId="9fccce03-204c-489b-ae7d-5aeb7f0c6bb7" providerId="ADAL" clId="{6A1F3EF7-90F3-4287-8EFD-9DD7C6C2096F}" dt="2023-10-02T05:58:55.967" v="2671" actId="1076"/>
          <ac:picMkLst>
            <pc:docMk/>
            <pc:sldMk cId="4237367364" sldId="288"/>
            <ac:picMk id="6" creationId="{1F63C46D-C221-BA44-53D2-63138C53A24B}"/>
          </ac:picMkLst>
        </pc:picChg>
      </pc:sldChg>
      <pc:sldChg chg="addSp delSp modSp add del mod">
        <pc:chgData name="Neil Patrick  A. Del Gallego" userId="9fccce03-204c-489b-ae7d-5aeb7f0c6bb7" providerId="ADAL" clId="{6A1F3EF7-90F3-4287-8EFD-9DD7C6C2096F}" dt="2023-10-02T06:00:18.390" v="2742" actId="478"/>
        <pc:sldMkLst>
          <pc:docMk/>
          <pc:sldMk cId="3532252714" sldId="289"/>
        </pc:sldMkLst>
        <pc:spChg chg="mod">
          <ac:chgData name="Neil Patrick  A. Del Gallego" userId="9fccce03-204c-489b-ae7d-5aeb7f0c6bb7" providerId="ADAL" clId="{6A1F3EF7-90F3-4287-8EFD-9DD7C6C2096F}" dt="2023-10-02T06:00:06.731" v="2738" actId="14100"/>
          <ac:spMkLst>
            <pc:docMk/>
            <pc:sldMk cId="3532252714" sldId="289"/>
            <ac:spMk id="2" creationId="{D0FAFE88-3BB3-4A37-8738-A7A760A9234D}"/>
          </ac:spMkLst>
        </pc:spChg>
        <pc:spChg chg="mod">
          <ac:chgData name="Neil Patrick  A. Del Gallego" userId="9fccce03-204c-489b-ae7d-5aeb7f0c6bb7" providerId="ADAL" clId="{6A1F3EF7-90F3-4287-8EFD-9DD7C6C2096F}" dt="2023-10-02T06:00:11.894" v="2739" actId="255"/>
          <ac:spMkLst>
            <pc:docMk/>
            <pc:sldMk cId="3532252714" sldId="289"/>
            <ac:spMk id="4" creationId="{900A3B5E-0D88-40D3-ADEE-967AB121DC82}"/>
          </ac:spMkLst>
        </pc:spChg>
        <pc:picChg chg="add mod">
          <ac:chgData name="Neil Patrick  A. Del Gallego" userId="9fccce03-204c-489b-ae7d-5aeb7f0c6bb7" providerId="ADAL" clId="{6A1F3EF7-90F3-4287-8EFD-9DD7C6C2096F}" dt="2023-10-02T06:00:13.941" v="2740" actId="1076"/>
          <ac:picMkLst>
            <pc:docMk/>
            <pc:sldMk cId="3532252714" sldId="289"/>
            <ac:picMk id="5" creationId="{6F7F23A1-55FF-2AD1-823D-14B4CDCA14E5}"/>
          </ac:picMkLst>
        </pc:picChg>
        <pc:picChg chg="add del mod">
          <ac:chgData name="Neil Patrick  A. Del Gallego" userId="9fccce03-204c-489b-ae7d-5aeb7f0c6bb7" providerId="ADAL" clId="{6A1F3EF7-90F3-4287-8EFD-9DD7C6C2096F}" dt="2023-10-02T05:29:44.649" v="1503"/>
          <ac:picMkLst>
            <pc:docMk/>
            <pc:sldMk cId="3532252714" sldId="289"/>
            <ac:picMk id="6" creationId="{0B9E2339-F6D1-3CDD-9E0A-10F7767C619C}"/>
          </ac:picMkLst>
        </pc:picChg>
        <pc:picChg chg="add mod">
          <ac:chgData name="Neil Patrick  A. Del Gallego" userId="9fccce03-204c-489b-ae7d-5aeb7f0c6bb7" providerId="ADAL" clId="{6A1F3EF7-90F3-4287-8EFD-9DD7C6C2096F}" dt="2023-10-02T06:00:15.268" v="2741" actId="571"/>
          <ac:picMkLst>
            <pc:docMk/>
            <pc:sldMk cId="3532252714" sldId="289"/>
            <ac:picMk id="7" creationId="{31005B7D-211A-5DB1-8E1A-85A06F2EE2AB}"/>
          </ac:picMkLst>
        </pc:picChg>
        <pc:picChg chg="del">
          <ac:chgData name="Neil Patrick  A. Del Gallego" userId="9fccce03-204c-489b-ae7d-5aeb7f0c6bb7" providerId="ADAL" clId="{6A1F3EF7-90F3-4287-8EFD-9DD7C6C2096F}" dt="2023-10-02T05:27:01.852" v="1265" actId="478"/>
          <ac:picMkLst>
            <pc:docMk/>
            <pc:sldMk cId="3532252714" sldId="289"/>
            <ac:picMk id="2050" creationId="{6A415619-7448-E1F8-DBBD-CC7F39FBD343}"/>
          </ac:picMkLst>
        </pc:picChg>
        <pc:picChg chg="add del mod">
          <ac:chgData name="Neil Patrick  A. Del Gallego" userId="9fccce03-204c-489b-ae7d-5aeb7f0c6bb7" providerId="ADAL" clId="{6A1F3EF7-90F3-4287-8EFD-9DD7C6C2096F}" dt="2023-10-02T06:00:18.390" v="2742" actId="478"/>
          <ac:picMkLst>
            <pc:docMk/>
            <pc:sldMk cId="3532252714" sldId="289"/>
            <ac:picMk id="2052" creationId="{CDD867C9-F4A6-25EA-B1DD-3685F4220B22}"/>
          </ac:picMkLst>
        </pc:picChg>
      </pc:sldChg>
      <pc:sldChg chg="addSp delSp modSp mod ord modAnim">
        <pc:chgData name="Neil Patrick  A. Del Gallego" userId="9fccce03-204c-489b-ae7d-5aeb7f0c6bb7" providerId="ADAL" clId="{6A1F3EF7-90F3-4287-8EFD-9DD7C6C2096F}" dt="2023-10-02T11:26:13.663" v="6958" actId="113"/>
        <pc:sldMkLst>
          <pc:docMk/>
          <pc:sldMk cId="922805357" sldId="290"/>
        </pc:sldMkLst>
        <pc:spChg chg="mod">
          <ac:chgData name="Neil Patrick  A. Del Gallego" userId="9fccce03-204c-489b-ae7d-5aeb7f0c6bb7" providerId="ADAL" clId="{6A1F3EF7-90F3-4287-8EFD-9DD7C6C2096F}" dt="2023-10-02T05:59:10.078" v="2675" actId="14100"/>
          <ac:spMkLst>
            <pc:docMk/>
            <pc:sldMk cId="922805357" sldId="290"/>
            <ac:spMk id="2" creationId="{D0FAFE88-3BB3-4A37-8738-A7A760A9234D}"/>
          </ac:spMkLst>
        </pc:spChg>
        <pc:spChg chg="add mod">
          <ac:chgData name="Neil Patrick  A. Del Gallego" userId="9fccce03-204c-489b-ae7d-5aeb7f0c6bb7" providerId="ADAL" clId="{6A1F3EF7-90F3-4287-8EFD-9DD7C6C2096F}" dt="2023-10-02T05:59:24.904" v="2705" actId="1036"/>
          <ac:spMkLst>
            <pc:docMk/>
            <pc:sldMk cId="922805357" sldId="290"/>
            <ac:spMk id="3" creationId="{20080723-4D94-FEB5-CFDD-0D20DB0BA6C1}"/>
          </ac:spMkLst>
        </pc:spChg>
        <pc:spChg chg="mod">
          <ac:chgData name="Neil Patrick  A. Del Gallego" userId="9fccce03-204c-489b-ae7d-5aeb7f0c6bb7" providerId="ADAL" clId="{6A1F3EF7-90F3-4287-8EFD-9DD7C6C2096F}" dt="2023-10-02T05:59:12.352" v="2676" actId="14100"/>
          <ac:spMkLst>
            <pc:docMk/>
            <pc:sldMk cId="922805357" sldId="290"/>
            <ac:spMk id="4" creationId="{900A3B5E-0D88-40D3-ADEE-967AB121DC82}"/>
          </ac:spMkLst>
        </pc:spChg>
        <pc:spChg chg="add mod">
          <ac:chgData name="Neil Patrick  A. Del Gallego" userId="9fccce03-204c-489b-ae7d-5aeb7f0c6bb7" providerId="ADAL" clId="{6A1F3EF7-90F3-4287-8EFD-9DD7C6C2096F}" dt="2023-10-02T05:59:24.904" v="2705" actId="1036"/>
          <ac:spMkLst>
            <pc:docMk/>
            <pc:sldMk cId="922805357" sldId="290"/>
            <ac:spMk id="5" creationId="{FD58F786-1133-6907-8D97-E2356B7DAEEE}"/>
          </ac:spMkLst>
        </pc:spChg>
        <pc:spChg chg="add mod">
          <ac:chgData name="Neil Patrick  A. Del Gallego" userId="9fccce03-204c-489b-ae7d-5aeb7f0c6bb7" providerId="ADAL" clId="{6A1F3EF7-90F3-4287-8EFD-9DD7C6C2096F}" dt="2023-10-02T11:26:13.663" v="6958" actId="113"/>
          <ac:spMkLst>
            <pc:docMk/>
            <pc:sldMk cId="922805357" sldId="290"/>
            <ac:spMk id="6" creationId="{EFD54B37-3E74-2413-D58B-49B11E292D35}"/>
          </ac:spMkLst>
        </pc:spChg>
        <pc:picChg chg="add mod">
          <ac:chgData name="Neil Patrick  A. Del Gallego" userId="9fccce03-204c-489b-ae7d-5aeb7f0c6bb7" providerId="ADAL" clId="{6A1F3EF7-90F3-4287-8EFD-9DD7C6C2096F}" dt="2023-10-02T05:59:24.904" v="2705" actId="1036"/>
          <ac:picMkLst>
            <pc:docMk/>
            <pc:sldMk cId="922805357" sldId="290"/>
            <ac:picMk id="8" creationId="{AD60B429-1C0E-F6DA-9D2B-0D328F2FA7EE}"/>
          </ac:picMkLst>
        </pc:picChg>
        <pc:picChg chg="add del mod">
          <ac:chgData name="Neil Patrick  A. Del Gallego" userId="9fccce03-204c-489b-ae7d-5aeb7f0c6bb7" providerId="ADAL" clId="{6A1F3EF7-90F3-4287-8EFD-9DD7C6C2096F}" dt="2023-10-02T05:43:37.852" v="2340" actId="478"/>
          <ac:picMkLst>
            <pc:docMk/>
            <pc:sldMk cId="922805357" sldId="290"/>
            <ac:picMk id="10" creationId="{EA9FE73B-31DE-DCED-0240-A8A8CB47BA5B}"/>
          </ac:picMkLst>
        </pc:picChg>
        <pc:picChg chg="add mod">
          <ac:chgData name="Neil Patrick  A. Del Gallego" userId="9fccce03-204c-489b-ae7d-5aeb7f0c6bb7" providerId="ADAL" clId="{6A1F3EF7-90F3-4287-8EFD-9DD7C6C2096F}" dt="2023-10-02T05:59:24.904" v="2705" actId="1036"/>
          <ac:picMkLst>
            <pc:docMk/>
            <pc:sldMk cId="922805357" sldId="290"/>
            <ac:picMk id="12" creationId="{8AD0ABEB-B31B-FAC9-A0AB-D8311B3CF5E8}"/>
          </ac:picMkLst>
        </pc:picChg>
        <pc:picChg chg="add mod">
          <ac:chgData name="Neil Patrick  A. Del Gallego" userId="9fccce03-204c-489b-ae7d-5aeb7f0c6bb7" providerId="ADAL" clId="{6A1F3EF7-90F3-4287-8EFD-9DD7C6C2096F}" dt="2023-10-02T05:59:24.904" v="2705" actId="1036"/>
          <ac:picMkLst>
            <pc:docMk/>
            <pc:sldMk cId="922805357" sldId="290"/>
            <ac:picMk id="14" creationId="{FC5B813F-BC63-821C-39A9-A819B861E9EA}"/>
          </ac:picMkLst>
        </pc:picChg>
        <pc:picChg chg="mod">
          <ac:chgData name="Neil Patrick  A. Del Gallego" userId="9fccce03-204c-489b-ae7d-5aeb7f0c6bb7" providerId="ADAL" clId="{6A1F3EF7-90F3-4287-8EFD-9DD7C6C2096F}" dt="2023-10-02T05:41:17.649" v="2329" actId="1076"/>
          <ac:picMkLst>
            <pc:docMk/>
            <pc:sldMk cId="922805357" sldId="290"/>
            <ac:picMk id="3074" creationId="{08E1C284-E5F3-6105-019E-ED33F3A2FDB6}"/>
          </ac:picMkLst>
        </pc:picChg>
      </pc:sldChg>
      <pc:sldChg chg="modSp add del mod ord modAnim">
        <pc:chgData name="Neil Patrick  A. Del Gallego" userId="9fccce03-204c-489b-ae7d-5aeb7f0c6bb7" providerId="ADAL" clId="{6A1F3EF7-90F3-4287-8EFD-9DD7C6C2096F}" dt="2023-10-02T05:59:32.365" v="2730" actId="1036"/>
        <pc:sldMkLst>
          <pc:docMk/>
          <pc:sldMk cId="392016377" sldId="291"/>
        </pc:sldMkLst>
        <pc:spChg chg="mod">
          <ac:chgData name="Neil Patrick  A. Del Gallego" userId="9fccce03-204c-489b-ae7d-5aeb7f0c6bb7" providerId="ADAL" clId="{6A1F3EF7-90F3-4287-8EFD-9DD7C6C2096F}" dt="2023-10-02T05:56:23.415" v="2635"/>
          <ac:spMkLst>
            <pc:docMk/>
            <pc:sldMk cId="392016377" sldId="291"/>
            <ac:spMk id="2" creationId="{D0FAFE88-3BB3-4A37-8738-A7A760A9234D}"/>
          </ac:spMkLst>
        </pc:spChg>
        <pc:spChg chg="mod">
          <ac:chgData name="Neil Patrick  A. Del Gallego" userId="9fccce03-204c-489b-ae7d-5aeb7f0c6bb7" providerId="ADAL" clId="{6A1F3EF7-90F3-4287-8EFD-9DD7C6C2096F}" dt="2023-10-02T05:56:23.415" v="2635"/>
          <ac:spMkLst>
            <pc:docMk/>
            <pc:sldMk cId="392016377" sldId="291"/>
            <ac:spMk id="4" creationId="{900A3B5E-0D88-40D3-ADEE-967AB121DC82}"/>
          </ac:spMkLst>
        </pc:spChg>
        <pc:graphicFrameChg chg="mod modGraphic">
          <ac:chgData name="Neil Patrick  A. Del Gallego" userId="9fccce03-204c-489b-ae7d-5aeb7f0c6bb7" providerId="ADAL" clId="{6A1F3EF7-90F3-4287-8EFD-9DD7C6C2096F}" dt="2023-10-02T05:59:32.365" v="2730" actId="1036"/>
          <ac:graphicFrameMkLst>
            <pc:docMk/>
            <pc:sldMk cId="392016377" sldId="291"/>
            <ac:graphicFrameMk id="3" creationId="{7901E4F3-CD06-AEE0-0E62-3B6647C77351}"/>
          </ac:graphicFrameMkLst>
        </pc:graphicFrameChg>
        <pc:picChg chg="mod">
          <ac:chgData name="Neil Patrick  A. Del Gallego" userId="9fccce03-204c-489b-ae7d-5aeb7f0c6bb7" providerId="ADAL" clId="{6A1F3EF7-90F3-4287-8EFD-9DD7C6C2096F}" dt="2023-10-02T05:59:32.365" v="2730" actId="1036"/>
          <ac:picMkLst>
            <pc:docMk/>
            <pc:sldMk cId="392016377" sldId="291"/>
            <ac:picMk id="4098" creationId="{3EFD3EC0-EF05-2EE0-059C-A1124C087EF3}"/>
          </ac:picMkLst>
        </pc:picChg>
        <pc:picChg chg="mod">
          <ac:chgData name="Neil Patrick  A. Del Gallego" userId="9fccce03-204c-489b-ae7d-5aeb7f0c6bb7" providerId="ADAL" clId="{6A1F3EF7-90F3-4287-8EFD-9DD7C6C2096F}" dt="2023-10-02T05:59:32.365" v="2730" actId="1036"/>
          <ac:picMkLst>
            <pc:docMk/>
            <pc:sldMk cId="392016377" sldId="291"/>
            <ac:picMk id="4100" creationId="{31696C5B-E21C-78B8-CB86-B5493D160939}"/>
          </ac:picMkLst>
        </pc:picChg>
      </pc:sldChg>
      <pc:sldChg chg="modSp del mod">
        <pc:chgData name="Neil Patrick  A. Del Gallego" userId="9fccce03-204c-489b-ae7d-5aeb7f0c6bb7" providerId="ADAL" clId="{6A1F3EF7-90F3-4287-8EFD-9DD7C6C2096F}" dt="2023-10-02T06:33:49.695" v="4325" actId="47"/>
        <pc:sldMkLst>
          <pc:docMk/>
          <pc:sldMk cId="439602531" sldId="292"/>
        </pc:sldMkLst>
        <pc:spChg chg="mod">
          <ac:chgData name="Neil Patrick  A. Del Gallego" userId="9fccce03-204c-489b-ae7d-5aeb7f0c6bb7" providerId="ADAL" clId="{6A1F3EF7-90F3-4287-8EFD-9DD7C6C2096F}" dt="2023-10-02T05:56:23.415" v="2635"/>
          <ac:spMkLst>
            <pc:docMk/>
            <pc:sldMk cId="439602531" sldId="292"/>
            <ac:spMk id="2" creationId="{D0FAFE88-3BB3-4A37-8738-A7A760A9234D}"/>
          </ac:spMkLst>
        </pc:spChg>
        <pc:spChg chg="mod">
          <ac:chgData name="Neil Patrick  A. Del Gallego" userId="9fccce03-204c-489b-ae7d-5aeb7f0c6bb7" providerId="ADAL" clId="{6A1F3EF7-90F3-4287-8EFD-9DD7C6C2096F}" dt="2023-10-02T05:56:23.415" v="2635"/>
          <ac:spMkLst>
            <pc:docMk/>
            <pc:sldMk cId="439602531" sldId="292"/>
            <ac:spMk id="4" creationId="{900A3B5E-0D88-40D3-ADEE-967AB121DC82}"/>
          </ac:spMkLst>
        </pc:spChg>
      </pc:sldChg>
      <pc:sldChg chg="addSp modSp mod modAnim">
        <pc:chgData name="Neil Patrick  A. Del Gallego" userId="9fccce03-204c-489b-ae7d-5aeb7f0c6bb7" providerId="ADAL" clId="{6A1F3EF7-90F3-4287-8EFD-9DD7C6C2096F}" dt="2023-10-02T06:39:18.906" v="4630" actId="14100"/>
        <pc:sldMkLst>
          <pc:docMk/>
          <pc:sldMk cId="3058687720" sldId="293"/>
        </pc:sldMkLst>
        <pc:spChg chg="mod">
          <ac:chgData name="Neil Patrick  A. Del Gallego" userId="9fccce03-204c-489b-ae7d-5aeb7f0c6bb7" providerId="ADAL" clId="{6A1F3EF7-90F3-4287-8EFD-9DD7C6C2096F}" dt="2023-10-02T06:39:18.906" v="4630" actId="14100"/>
          <ac:spMkLst>
            <pc:docMk/>
            <pc:sldMk cId="3058687720" sldId="293"/>
            <ac:spMk id="2" creationId="{D0FAFE88-3BB3-4A37-8738-A7A760A9234D}"/>
          </ac:spMkLst>
        </pc:spChg>
        <pc:spChg chg="add mod">
          <ac:chgData name="Neil Patrick  A. Del Gallego" userId="9fccce03-204c-489b-ae7d-5aeb7f0c6bb7" providerId="ADAL" clId="{6A1F3EF7-90F3-4287-8EFD-9DD7C6C2096F}" dt="2023-10-02T06:38:49.980" v="4622" actId="14100"/>
          <ac:spMkLst>
            <pc:docMk/>
            <pc:sldMk cId="3058687720" sldId="293"/>
            <ac:spMk id="3" creationId="{A4A1AB07-D9C1-58F6-9B2A-6F3605B18E86}"/>
          </ac:spMkLst>
        </pc:spChg>
        <pc:spChg chg="mod">
          <ac:chgData name="Neil Patrick  A. Del Gallego" userId="9fccce03-204c-489b-ae7d-5aeb7f0c6bb7" providerId="ADAL" clId="{6A1F3EF7-90F3-4287-8EFD-9DD7C6C2096F}" dt="2023-10-02T06:37:35.210" v="4578" actId="6549"/>
          <ac:spMkLst>
            <pc:docMk/>
            <pc:sldMk cId="3058687720" sldId="293"/>
            <ac:spMk id="4" creationId="{900A3B5E-0D88-40D3-ADEE-967AB121DC82}"/>
          </ac:spMkLst>
        </pc:spChg>
        <pc:spChg chg="add mod">
          <ac:chgData name="Neil Patrick  A. Del Gallego" userId="9fccce03-204c-489b-ae7d-5aeb7f0c6bb7" providerId="ADAL" clId="{6A1F3EF7-90F3-4287-8EFD-9DD7C6C2096F}" dt="2023-10-02T06:38:52.780" v="4623" actId="1076"/>
          <ac:spMkLst>
            <pc:docMk/>
            <pc:sldMk cId="3058687720" sldId="293"/>
            <ac:spMk id="5" creationId="{381400F5-D9BA-00D9-B3D7-4FF9A2E240AA}"/>
          </ac:spMkLst>
        </pc:spChg>
        <pc:spChg chg="add mod">
          <ac:chgData name="Neil Patrick  A. Del Gallego" userId="9fccce03-204c-489b-ae7d-5aeb7f0c6bb7" providerId="ADAL" clId="{6A1F3EF7-90F3-4287-8EFD-9DD7C6C2096F}" dt="2023-10-02T06:38:55.109" v="4624" actId="1076"/>
          <ac:spMkLst>
            <pc:docMk/>
            <pc:sldMk cId="3058687720" sldId="293"/>
            <ac:spMk id="6" creationId="{BBBEE9B8-8A4D-CBBD-B10B-CDDC28182C70}"/>
          </ac:spMkLst>
        </pc:spChg>
        <pc:spChg chg="add mod">
          <ac:chgData name="Neil Patrick  A. Del Gallego" userId="9fccce03-204c-489b-ae7d-5aeb7f0c6bb7" providerId="ADAL" clId="{6A1F3EF7-90F3-4287-8EFD-9DD7C6C2096F}" dt="2023-10-02T06:39:05.162" v="4627" actId="13822"/>
          <ac:spMkLst>
            <pc:docMk/>
            <pc:sldMk cId="3058687720" sldId="293"/>
            <ac:spMk id="7" creationId="{3319F67C-81E9-79EE-354F-603BFD99E909}"/>
          </ac:spMkLst>
        </pc:spChg>
        <pc:spChg chg="add mod">
          <ac:chgData name="Neil Patrick  A. Del Gallego" userId="9fccce03-204c-489b-ae7d-5aeb7f0c6bb7" providerId="ADAL" clId="{6A1F3EF7-90F3-4287-8EFD-9DD7C6C2096F}" dt="2023-10-02T06:39:09.324" v="4629" actId="1076"/>
          <ac:spMkLst>
            <pc:docMk/>
            <pc:sldMk cId="3058687720" sldId="293"/>
            <ac:spMk id="8" creationId="{3AB8F22E-19F3-3E02-2A9B-B3D7B1CEC598}"/>
          </ac:spMkLst>
        </pc:spChg>
      </pc:sldChg>
      <pc:sldChg chg="addSp delSp modSp mod modAnim">
        <pc:chgData name="Neil Patrick  A. Del Gallego" userId="9fccce03-204c-489b-ae7d-5aeb7f0c6bb7" providerId="ADAL" clId="{6A1F3EF7-90F3-4287-8EFD-9DD7C6C2096F}" dt="2023-10-02T11:56:12.100" v="7632" actId="20577"/>
        <pc:sldMkLst>
          <pc:docMk/>
          <pc:sldMk cId="3918923197" sldId="294"/>
        </pc:sldMkLst>
        <pc:spChg chg="mod">
          <ac:chgData name="Neil Patrick  A. Del Gallego" userId="9fccce03-204c-489b-ae7d-5aeb7f0c6bb7" providerId="ADAL" clId="{6A1F3EF7-90F3-4287-8EFD-9DD7C6C2096F}" dt="2023-10-02T11:56:12.100" v="7632" actId="20577"/>
          <ac:spMkLst>
            <pc:docMk/>
            <pc:sldMk cId="3918923197" sldId="294"/>
            <ac:spMk id="2" creationId="{D0FAFE88-3BB3-4A37-8738-A7A760A9234D}"/>
          </ac:spMkLst>
        </pc:spChg>
        <pc:spChg chg="mod">
          <ac:chgData name="Neil Patrick  A. Del Gallego" userId="9fccce03-204c-489b-ae7d-5aeb7f0c6bb7" providerId="ADAL" clId="{6A1F3EF7-90F3-4287-8EFD-9DD7C6C2096F}" dt="2023-10-02T06:27:41.427" v="4074" actId="20577"/>
          <ac:spMkLst>
            <pc:docMk/>
            <pc:sldMk cId="3918923197" sldId="294"/>
            <ac:spMk id="3" creationId="{5F9A190F-0DF1-4278-4358-645DD4AEF39D}"/>
          </ac:spMkLst>
        </pc:spChg>
        <pc:spChg chg="mod topLvl">
          <ac:chgData name="Neil Patrick  A. Del Gallego" userId="9fccce03-204c-489b-ae7d-5aeb7f0c6bb7" providerId="ADAL" clId="{6A1F3EF7-90F3-4287-8EFD-9DD7C6C2096F}" dt="2023-10-02T06:28:13.352" v="4091" actId="20577"/>
          <ac:spMkLst>
            <pc:docMk/>
            <pc:sldMk cId="3918923197" sldId="294"/>
            <ac:spMk id="5" creationId="{B627F1C3-DEB1-AB20-3FDB-4C265CC1C62D}"/>
          </ac:spMkLst>
        </pc:spChg>
        <pc:spChg chg="add del">
          <ac:chgData name="Neil Patrick  A. Del Gallego" userId="9fccce03-204c-489b-ae7d-5aeb7f0c6bb7" providerId="ADAL" clId="{6A1F3EF7-90F3-4287-8EFD-9DD7C6C2096F}" dt="2023-10-02T06:27:46.623" v="4076" actId="22"/>
          <ac:spMkLst>
            <pc:docMk/>
            <pc:sldMk cId="3918923197" sldId="294"/>
            <ac:spMk id="6" creationId="{1851BCF3-FEFB-AD5B-ECDE-F45590121494}"/>
          </ac:spMkLst>
        </pc:spChg>
        <pc:spChg chg="add mod">
          <ac:chgData name="Neil Patrick  A. Del Gallego" userId="9fccce03-204c-489b-ae7d-5aeb7f0c6bb7" providerId="ADAL" clId="{6A1F3EF7-90F3-4287-8EFD-9DD7C6C2096F}" dt="2023-10-02T06:29:11.426" v="4149" actId="20577"/>
          <ac:spMkLst>
            <pc:docMk/>
            <pc:sldMk cId="3918923197" sldId="294"/>
            <ac:spMk id="13" creationId="{BDB982B1-6E4D-B0BE-091D-1C97FE5A5906}"/>
          </ac:spMkLst>
        </pc:spChg>
        <pc:grpChg chg="del mod">
          <ac:chgData name="Neil Patrick  A. Del Gallego" userId="9fccce03-204c-489b-ae7d-5aeb7f0c6bb7" providerId="ADAL" clId="{6A1F3EF7-90F3-4287-8EFD-9DD7C6C2096F}" dt="2023-10-02T06:28:02.584" v="4081" actId="165"/>
          <ac:grpSpMkLst>
            <pc:docMk/>
            <pc:sldMk cId="3918923197" sldId="294"/>
            <ac:grpSpMk id="9" creationId="{C542D764-2BEA-6CF8-B9EF-CFCF5E5B66E6}"/>
          </ac:grpSpMkLst>
        </pc:grpChg>
        <pc:picChg chg="mod topLvl">
          <ac:chgData name="Neil Patrick  A. Del Gallego" userId="9fccce03-204c-489b-ae7d-5aeb7f0c6bb7" providerId="ADAL" clId="{6A1F3EF7-90F3-4287-8EFD-9DD7C6C2096F}" dt="2023-10-02T06:28:30.057" v="4101" actId="1076"/>
          <ac:picMkLst>
            <pc:docMk/>
            <pc:sldMk cId="3918923197" sldId="294"/>
            <ac:picMk id="7" creationId="{AC340BD2-DD45-600D-1087-D3A380B3B5BD}"/>
          </ac:picMkLst>
        </pc:picChg>
        <pc:picChg chg="add mod">
          <ac:chgData name="Neil Patrick  A. Del Gallego" userId="9fccce03-204c-489b-ae7d-5aeb7f0c6bb7" providerId="ADAL" clId="{6A1F3EF7-90F3-4287-8EFD-9DD7C6C2096F}" dt="2023-10-02T06:28:27.350" v="4100" actId="1440"/>
          <ac:picMkLst>
            <pc:docMk/>
            <pc:sldMk cId="3918923197" sldId="294"/>
            <ac:picMk id="11" creationId="{101A3199-381A-958B-A1C5-58490D5AAE59}"/>
          </ac:picMkLst>
        </pc:picChg>
      </pc:sldChg>
      <pc:sldChg chg="modSp mod">
        <pc:chgData name="Neil Patrick  A. Del Gallego" userId="9fccce03-204c-489b-ae7d-5aeb7f0c6bb7" providerId="ADAL" clId="{6A1F3EF7-90F3-4287-8EFD-9DD7C6C2096F}" dt="2023-10-02T06:39:26.127" v="4632" actId="14100"/>
        <pc:sldMkLst>
          <pc:docMk/>
          <pc:sldMk cId="916308430" sldId="295"/>
        </pc:sldMkLst>
        <pc:spChg chg="mod">
          <ac:chgData name="Neil Patrick  A. Del Gallego" userId="9fccce03-204c-489b-ae7d-5aeb7f0c6bb7" providerId="ADAL" clId="{6A1F3EF7-90F3-4287-8EFD-9DD7C6C2096F}" dt="2023-10-02T06:39:23.938" v="4631" actId="14100"/>
          <ac:spMkLst>
            <pc:docMk/>
            <pc:sldMk cId="916308430" sldId="295"/>
            <ac:spMk id="2" creationId="{D0FAFE88-3BB3-4A37-8738-A7A760A9234D}"/>
          </ac:spMkLst>
        </pc:spChg>
        <pc:spChg chg="mod">
          <ac:chgData name="Neil Patrick  A. Del Gallego" userId="9fccce03-204c-489b-ae7d-5aeb7f0c6bb7" providerId="ADAL" clId="{6A1F3EF7-90F3-4287-8EFD-9DD7C6C2096F}" dt="2023-10-02T06:39:26.127" v="4632" actId="14100"/>
          <ac:spMkLst>
            <pc:docMk/>
            <pc:sldMk cId="916308430" sldId="295"/>
            <ac:spMk id="4" creationId="{FEAA0364-74F4-8CFB-FD51-2ADEA47E2C36}"/>
          </ac:spMkLst>
        </pc:spChg>
      </pc:sldChg>
      <pc:sldChg chg="addSp delSp modSp mod addAnim delAnim modAnim">
        <pc:chgData name="Neil Patrick  A. Del Gallego" userId="9fccce03-204c-489b-ae7d-5aeb7f0c6bb7" providerId="ADAL" clId="{6A1F3EF7-90F3-4287-8EFD-9DD7C6C2096F}" dt="2023-10-02T11:57:53.383" v="7731" actId="20577"/>
        <pc:sldMkLst>
          <pc:docMk/>
          <pc:sldMk cId="929676779" sldId="296"/>
        </pc:sldMkLst>
        <pc:spChg chg="add del mod">
          <ac:chgData name="Neil Patrick  A. Del Gallego" userId="9fccce03-204c-489b-ae7d-5aeb7f0c6bb7" providerId="ADAL" clId="{6A1F3EF7-90F3-4287-8EFD-9DD7C6C2096F}" dt="2023-10-02T06:39:44.498" v="4639" actId="14100"/>
          <ac:spMkLst>
            <pc:docMk/>
            <pc:sldMk cId="929676779" sldId="296"/>
            <ac:spMk id="2" creationId="{D0FAFE88-3BB3-4A37-8738-A7A760A9234D}"/>
          </ac:spMkLst>
        </pc:spChg>
        <pc:spChg chg="add del mod">
          <ac:chgData name="Neil Patrick  A. Del Gallego" userId="9fccce03-204c-489b-ae7d-5aeb7f0c6bb7" providerId="ADAL" clId="{6A1F3EF7-90F3-4287-8EFD-9DD7C6C2096F}" dt="2023-10-02T06:39:41.873" v="4637"/>
          <ac:spMkLst>
            <pc:docMk/>
            <pc:sldMk cId="929676779" sldId="296"/>
            <ac:spMk id="3" creationId="{52C059DB-5DD5-42DF-4B02-D75EC912A3B9}"/>
          </ac:spMkLst>
        </pc:spChg>
        <pc:spChg chg="mod">
          <ac:chgData name="Neil Patrick  A. Del Gallego" userId="9fccce03-204c-489b-ae7d-5aeb7f0c6bb7" providerId="ADAL" clId="{6A1F3EF7-90F3-4287-8EFD-9DD7C6C2096F}" dt="2023-10-02T11:57:53.383" v="7731" actId="20577"/>
          <ac:spMkLst>
            <pc:docMk/>
            <pc:sldMk cId="929676779" sldId="296"/>
            <ac:spMk id="4" creationId="{FEAA0364-74F4-8CFB-FD51-2ADEA47E2C36}"/>
          </ac:spMkLst>
        </pc:spChg>
        <pc:picChg chg="add mod">
          <ac:chgData name="Neil Patrick  A. Del Gallego" userId="9fccce03-204c-489b-ae7d-5aeb7f0c6bb7" providerId="ADAL" clId="{6A1F3EF7-90F3-4287-8EFD-9DD7C6C2096F}" dt="2023-10-02T10:54:59.618" v="4912"/>
          <ac:picMkLst>
            <pc:docMk/>
            <pc:sldMk cId="929676779" sldId="296"/>
            <ac:picMk id="1026" creationId="{3B85D893-2430-A229-732E-35105FBAF035}"/>
          </ac:picMkLst>
        </pc:picChg>
        <pc:picChg chg="del">
          <ac:chgData name="Neil Patrick  A. Del Gallego" userId="9fccce03-204c-489b-ae7d-5aeb7f0c6bb7" providerId="ADAL" clId="{6A1F3EF7-90F3-4287-8EFD-9DD7C6C2096F}" dt="2023-10-02T10:54:46.105" v="4907" actId="478"/>
          <ac:picMkLst>
            <pc:docMk/>
            <pc:sldMk cId="929676779" sldId="296"/>
            <ac:picMk id="8194" creationId="{807721BB-E8D9-0CFA-3563-19E5D385A6DE}"/>
          </ac:picMkLst>
        </pc:picChg>
      </pc:sldChg>
      <pc:sldChg chg="modSp mod">
        <pc:chgData name="Neil Patrick  A. Del Gallego" userId="9fccce03-204c-489b-ae7d-5aeb7f0c6bb7" providerId="ADAL" clId="{6A1F3EF7-90F3-4287-8EFD-9DD7C6C2096F}" dt="2023-10-02T11:02:57.034" v="5201" actId="1076"/>
        <pc:sldMkLst>
          <pc:docMk/>
          <pc:sldMk cId="1111371222" sldId="297"/>
        </pc:sldMkLst>
        <pc:spChg chg="mod">
          <ac:chgData name="Neil Patrick  A. Del Gallego" userId="9fccce03-204c-489b-ae7d-5aeb7f0c6bb7" providerId="ADAL" clId="{6A1F3EF7-90F3-4287-8EFD-9DD7C6C2096F}" dt="2023-10-02T06:39:51.717" v="4641" actId="14100"/>
          <ac:spMkLst>
            <pc:docMk/>
            <pc:sldMk cId="1111371222" sldId="297"/>
            <ac:spMk id="2" creationId="{D0FAFE88-3BB3-4A37-8738-A7A760A9234D}"/>
          </ac:spMkLst>
        </pc:spChg>
        <pc:picChg chg="mod">
          <ac:chgData name="Neil Patrick  A. Del Gallego" userId="9fccce03-204c-489b-ae7d-5aeb7f0c6bb7" providerId="ADAL" clId="{6A1F3EF7-90F3-4287-8EFD-9DD7C6C2096F}" dt="2023-10-02T11:02:57.034" v="5201" actId="1076"/>
          <ac:picMkLst>
            <pc:docMk/>
            <pc:sldMk cId="1111371222" sldId="297"/>
            <ac:picMk id="9218" creationId="{46445AF5-099E-04CB-B5D6-736215B80049}"/>
          </ac:picMkLst>
        </pc:picChg>
      </pc:sldChg>
      <pc:sldChg chg="addSp delSp modSp mod modAnim">
        <pc:chgData name="Neil Patrick  A. Del Gallego" userId="9fccce03-204c-489b-ae7d-5aeb7f0c6bb7" providerId="ADAL" clId="{6A1F3EF7-90F3-4287-8EFD-9DD7C6C2096F}" dt="2023-10-02T11:58:15.413" v="7773" actId="20577"/>
        <pc:sldMkLst>
          <pc:docMk/>
          <pc:sldMk cId="626469240" sldId="298"/>
        </pc:sldMkLst>
        <pc:spChg chg="mod">
          <ac:chgData name="Neil Patrick  A. Del Gallego" userId="9fccce03-204c-489b-ae7d-5aeb7f0c6bb7" providerId="ADAL" clId="{6A1F3EF7-90F3-4287-8EFD-9DD7C6C2096F}" dt="2023-10-02T11:58:08.466" v="7767" actId="20577"/>
          <ac:spMkLst>
            <pc:docMk/>
            <pc:sldMk cId="626469240" sldId="298"/>
            <ac:spMk id="2" creationId="{D0FAFE88-3BB3-4A37-8738-A7A760A9234D}"/>
          </ac:spMkLst>
        </pc:spChg>
        <pc:spChg chg="mod">
          <ac:chgData name="Neil Patrick  A. Del Gallego" userId="9fccce03-204c-489b-ae7d-5aeb7f0c6bb7" providerId="ADAL" clId="{6A1F3EF7-90F3-4287-8EFD-9DD7C6C2096F}" dt="2023-10-02T11:58:15.413" v="7773" actId="20577"/>
          <ac:spMkLst>
            <pc:docMk/>
            <pc:sldMk cId="626469240" sldId="298"/>
            <ac:spMk id="4" creationId="{FEAA0364-74F4-8CFB-FD51-2ADEA47E2C36}"/>
          </ac:spMkLst>
        </pc:spChg>
        <pc:picChg chg="add mod">
          <ac:chgData name="Neil Patrick  A. Del Gallego" userId="9fccce03-204c-489b-ae7d-5aeb7f0c6bb7" providerId="ADAL" clId="{6A1F3EF7-90F3-4287-8EFD-9DD7C6C2096F}" dt="2023-10-02T10:55:24.237" v="4919"/>
          <ac:picMkLst>
            <pc:docMk/>
            <pc:sldMk cId="626469240" sldId="298"/>
            <ac:picMk id="2050" creationId="{5F3FCF1E-35E7-E667-C488-6A881CD9B83D}"/>
          </ac:picMkLst>
        </pc:picChg>
        <pc:picChg chg="del">
          <ac:chgData name="Neil Patrick  A. Del Gallego" userId="9fccce03-204c-489b-ae7d-5aeb7f0c6bb7" providerId="ADAL" clId="{6A1F3EF7-90F3-4287-8EFD-9DD7C6C2096F}" dt="2023-10-02T10:55:09.775" v="4913" actId="478"/>
          <ac:picMkLst>
            <pc:docMk/>
            <pc:sldMk cId="626469240" sldId="298"/>
            <ac:picMk id="8194" creationId="{807721BB-E8D9-0CFA-3563-19E5D385A6DE}"/>
          </ac:picMkLst>
        </pc:picChg>
      </pc:sldChg>
      <pc:sldChg chg="modSp add mod">
        <pc:chgData name="Neil Patrick  A. Del Gallego" userId="9fccce03-204c-489b-ae7d-5aeb7f0c6bb7" providerId="ADAL" clId="{6A1F3EF7-90F3-4287-8EFD-9DD7C6C2096F}" dt="2023-10-02T10:51:45.309" v="4828" actId="20577"/>
        <pc:sldMkLst>
          <pc:docMk/>
          <pc:sldMk cId="4118828501" sldId="333"/>
        </pc:sldMkLst>
        <pc:spChg chg="mod">
          <ac:chgData name="Neil Patrick  A. Del Gallego" userId="9fccce03-204c-489b-ae7d-5aeb7f0c6bb7" providerId="ADAL" clId="{6A1F3EF7-90F3-4287-8EFD-9DD7C6C2096F}" dt="2023-10-02T10:51:45.309" v="4828" actId="20577"/>
          <ac:spMkLst>
            <pc:docMk/>
            <pc:sldMk cId="4118828501" sldId="333"/>
            <ac:spMk id="2" creationId="{EAB58FA5-56DF-488A-8C7B-3BA9928CB70A}"/>
          </ac:spMkLst>
        </pc:spChg>
        <pc:spChg chg="mod">
          <ac:chgData name="Neil Patrick  A. Del Gallego" userId="9fccce03-204c-489b-ae7d-5aeb7f0c6bb7" providerId="ADAL" clId="{6A1F3EF7-90F3-4287-8EFD-9DD7C6C2096F}" dt="2023-10-02T05:56:23.415" v="2635"/>
          <ac:spMkLst>
            <pc:docMk/>
            <pc:sldMk cId="4118828501" sldId="333"/>
            <ac:spMk id="3" creationId="{083D152D-EE32-4FBD-BDFF-77739058368C}"/>
          </ac:spMkLst>
        </pc:spChg>
        <pc:spChg chg="mod">
          <ac:chgData name="Neil Patrick  A. Del Gallego" userId="9fccce03-204c-489b-ae7d-5aeb7f0c6bb7" providerId="ADAL" clId="{6A1F3EF7-90F3-4287-8EFD-9DD7C6C2096F}" dt="2023-10-02T05:56:23.415" v="2635"/>
          <ac:spMkLst>
            <pc:docMk/>
            <pc:sldMk cId="4118828501" sldId="333"/>
            <ac:spMk id="4" creationId="{B1E7BA67-FBEF-443D-ACC5-A4374AFC99F6}"/>
          </ac:spMkLst>
        </pc:spChg>
        <pc:spChg chg="mod">
          <ac:chgData name="Neil Patrick  A. Del Gallego" userId="9fccce03-204c-489b-ae7d-5aeb7f0c6bb7" providerId="ADAL" clId="{6A1F3EF7-90F3-4287-8EFD-9DD7C6C2096F}" dt="2023-10-02T05:15:00.395" v="392" actId="1076"/>
          <ac:spMkLst>
            <pc:docMk/>
            <pc:sldMk cId="4118828501" sldId="333"/>
            <ac:spMk id="14" creationId="{04464470-BCA6-4F7E-BACD-100E129C7C03}"/>
          </ac:spMkLst>
        </pc:spChg>
        <pc:picChg chg="mod">
          <ac:chgData name="Neil Patrick  A. Del Gallego" userId="9fccce03-204c-489b-ae7d-5aeb7f0c6bb7" providerId="ADAL" clId="{6A1F3EF7-90F3-4287-8EFD-9DD7C6C2096F}" dt="2023-10-02T05:15:00.395" v="392" actId="1076"/>
          <ac:picMkLst>
            <pc:docMk/>
            <pc:sldMk cId="4118828501" sldId="333"/>
            <ac:picMk id="10" creationId="{DDEBDD60-434F-4D43-AD7B-841CD5414140}"/>
          </ac:picMkLst>
        </pc:picChg>
        <pc:picChg chg="mod">
          <ac:chgData name="Neil Patrick  A. Del Gallego" userId="9fccce03-204c-489b-ae7d-5aeb7f0c6bb7" providerId="ADAL" clId="{6A1F3EF7-90F3-4287-8EFD-9DD7C6C2096F}" dt="2023-10-02T05:15:00.395" v="392" actId="1076"/>
          <ac:picMkLst>
            <pc:docMk/>
            <pc:sldMk cId="4118828501" sldId="333"/>
            <ac:picMk id="11" creationId="{EF591614-2E46-4088-B008-3EA33E4172C6}"/>
          </ac:picMkLst>
        </pc:picChg>
        <pc:picChg chg="mod">
          <ac:chgData name="Neil Patrick  A. Del Gallego" userId="9fccce03-204c-489b-ae7d-5aeb7f0c6bb7" providerId="ADAL" clId="{6A1F3EF7-90F3-4287-8EFD-9DD7C6C2096F}" dt="2023-10-02T05:15:00.395" v="392" actId="1076"/>
          <ac:picMkLst>
            <pc:docMk/>
            <pc:sldMk cId="4118828501" sldId="333"/>
            <ac:picMk id="12" creationId="{0F53A3BF-B3C7-4E7A-A334-43ACC2258B99}"/>
          </ac:picMkLst>
        </pc:picChg>
        <pc:picChg chg="mod">
          <ac:chgData name="Neil Patrick  A. Del Gallego" userId="9fccce03-204c-489b-ae7d-5aeb7f0c6bb7" providerId="ADAL" clId="{6A1F3EF7-90F3-4287-8EFD-9DD7C6C2096F}" dt="2023-10-02T05:15:00.395" v="392" actId="1076"/>
          <ac:picMkLst>
            <pc:docMk/>
            <pc:sldMk cId="4118828501" sldId="333"/>
            <ac:picMk id="13" creationId="{EBED7351-EFF4-4150-8F7B-C83570AFC573}"/>
          </ac:picMkLst>
        </pc:picChg>
        <pc:picChg chg="mod">
          <ac:chgData name="Neil Patrick  A. Del Gallego" userId="9fccce03-204c-489b-ae7d-5aeb7f0c6bb7" providerId="ADAL" clId="{6A1F3EF7-90F3-4287-8EFD-9DD7C6C2096F}" dt="2023-10-02T05:15:00.395" v="392" actId="1076"/>
          <ac:picMkLst>
            <pc:docMk/>
            <pc:sldMk cId="4118828501" sldId="333"/>
            <ac:picMk id="3074" creationId="{E3D6A0F4-7EEA-49FC-81E7-51D8C1503D2F}"/>
          </ac:picMkLst>
        </pc:picChg>
        <pc:picChg chg="mod">
          <ac:chgData name="Neil Patrick  A. Del Gallego" userId="9fccce03-204c-489b-ae7d-5aeb7f0c6bb7" providerId="ADAL" clId="{6A1F3EF7-90F3-4287-8EFD-9DD7C6C2096F}" dt="2023-10-02T05:15:00.395" v="392" actId="1076"/>
          <ac:picMkLst>
            <pc:docMk/>
            <pc:sldMk cId="4118828501" sldId="333"/>
            <ac:picMk id="4098" creationId="{0A73181D-5E43-4ACC-AB49-4E776DEF3840}"/>
          </ac:picMkLst>
        </pc:picChg>
        <pc:picChg chg="mod">
          <ac:chgData name="Neil Patrick  A. Del Gallego" userId="9fccce03-204c-489b-ae7d-5aeb7f0c6bb7" providerId="ADAL" clId="{6A1F3EF7-90F3-4287-8EFD-9DD7C6C2096F}" dt="2023-10-02T05:15:00.395" v="392" actId="1076"/>
          <ac:picMkLst>
            <pc:docMk/>
            <pc:sldMk cId="4118828501" sldId="333"/>
            <ac:picMk id="5122" creationId="{AE5A29C7-6454-4791-9751-CD7A91388AC4}"/>
          </ac:picMkLst>
        </pc:picChg>
        <pc:picChg chg="mod">
          <ac:chgData name="Neil Patrick  A. Del Gallego" userId="9fccce03-204c-489b-ae7d-5aeb7f0c6bb7" providerId="ADAL" clId="{6A1F3EF7-90F3-4287-8EFD-9DD7C6C2096F}" dt="2023-10-02T05:15:00.395" v="392" actId="1076"/>
          <ac:picMkLst>
            <pc:docMk/>
            <pc:sldMk cId="4118828501" sldId="333"/>
            <ac:picMk id="6146" creationId="{34AD715F-5B55-446B-9D84-453205ECD6F1}"/>
          </ac:picMkLst>
        </pc:picChg>
      </pc:sldChg>
      <pc:sldChg chg="modSp add mod modAnim">
        <pc:chgData name="Neil Patrick  A. Del Gallego" userId="9fccce03-204c-489b-ae7d-5aeb7f0c6bb7" providerId="ADAL" clId="{6A1F3EF7-90F3-4287-8EFD-9DD7C6C2096F}" dt="2023-10-02T11:54:37.941" v="7626"/>
        <pc:sldMkLst>
          <pc:docMk/>
          <pc:sldMk cId="3776419982" sldId="334"/>
        </pc:sldMkLst>
        <pc:spChg chg="mod">
          <ac:chgData name="Neil Patrick  A. Del Gallego" userId="9fccce03-204c-489b-ae7d-5aeb7f0c6bb7" providerId="ADAL" clId="{6A1F3EF7-90F3-4287-8EFD-9DD7C6C2096F}" dt="2023-10-02T05:59:37.305" v="2731" actId="14100"/>
          <ac:spMkLst>
            <pc:docMk/>
            <pc:sldMk cId="3776419982" sldId="334"/>
            <ac:spMk id="2" creationId="{D0FAFE88-3BB3-4A37-8738-A7A760A9234D}"/>
          </ac:spMkLst>
        </pc:spChg>
        <pc:spChg chg="mod">
          <ac:chgData name="Neil Patrick  A. Del Gallego" userId="9fccce03-204c-489b-ae7d-5aeb7f0c6bb7" providerId="ADAL" clId="{6A1F3EF7-90F3-4287-8EFD-9DD7C6C2096F}" dt="2023-10-02T11:54:37.941" v="7626"/>
          <ac:spMkLst>
            <pc:docMk/>
            <pc:sldMk cId="3776419982" sldId="334"/>
            <ac:spMk id="4" creationId="{900A3B5E-0D88-40D3-ADEE-967AB121DC82}"/>
          </ac:spMkLst>
        </pc:spChg>
      </pc:sldChg>
      <pc:sldChg chg="addSp delSp modSp add mod modAnim">
        <pc:chgData name="Neil Patrick  A. Del Gallego" userId="9fccce03-204c-489b-ae7d-5aeb7f0c6bb7" providerId="ADAL" clId="{6A1F3EF7-90F3-4287-8EFD-9DD7C6C2096F}" dt="2023-10-02T11:04:37.911" v="5250" actId="1076"/>
        <pc:sldMkLst>
          <pc:docMk/>
          <pc:sldMk cId="33468046" sldId="335"/>
        </pc:sldMkLst>
        <pc:spChg chg="mod">
          <ac:chgData name="Neil Patrick  A. Del Gallego" userId="9fccce03-204c-489b-ae7d-5aeb7f0c6bb7" providerId="ADAL" clId="{6A1F3EF7-90F3-4287-8EFD-9DD7C6C2096F}" dt="2023-10-02T05:59:50.204" v="2733" actId="14100"/>
          <ac:spMkLst>
            <pc:docMk/>
            <pc:sldMk cId="33468046" sldId="335"/>
            <ac:spMk id="2" creationId="{D0FAFE88-3BB3-4A37-8738-A7A760A9234D}"/>
          </ac:spMkLst>
        </pc:spChg>
        <pc:spChg chg="add mod">
          <ac:chgData name="Neil Patrick  A. Del Gallego" userId="9fccce03-204c-489b-ae7d-5aeb7f0c6bb7" providerId="ADAL" clId="{6A1F3EF7-90F3-4287-8EFD-9DD7C6C2096F}" dt="2023-10-02T11:04:37.911" v="5250" actId="1076"/>
          <ac:spMkLst>
            <pc:docMk/>
            <pc:sldMk cId="33468046" sldId="335"/>
            <ac:spMk id="3" creationId="{CD266AA6-590A-3096-8706-8C90599C8B8A}"/>
          </ac:spMkLst>
        </pc:spChg>
        <pc:spChg chg="mod">
          <ac:chgData name="Neil Patrick  A. Del Gallego" userId="9fccce03-204c-489b-ae7d-5aeb7f0c6bb7" providerId="ADAL" clId="{6A1F3EF7-90F3-4287-8EFD-9DD7C6C2096F}" dt="2023-10-02T05:56:23.415" v="2635"/>
          <ac:spMkLst>
            <pc:docMk/>
            <pc:sldMk cId="33468046" sldId="335"/>
            <ac:spMk id="4" creationId="{900A3B5E-0D88-40D3-ADEE-967AB121DC82}"/>
          </ac:spMkLst>
        </pc:spChg>
        <pc:picChg chg="del">
          <ac:chgData name="Neil Patrick  A. Del Gallego" userId="9fccce03-204c-489b-ae7d-5aeb7f0c6bb7" providerId="ADAL" clId="{6A1F3EF7-90F3-4287-8EFD-9DD7C6C2096F}" dt="2023-10-02T05:47:42.292" v="2472" actId="478"/>
          <ac:picMkLst>
            <pc:docMk/>
            <pc:sldMk cId="33468046" sldId="335"/>
            <ac:picMk id="3" creationId="{AED038CA-6BAA-730B-002F-E764BE0377BF}"/>
          </ac:picMkLst>
        </pc:picChg>
        <pc:picChg chg="add mod">
          <ac:chgData name="Neil Patrick  A. Del Gallego" userId="9fccce03-204c-489b-ae7d-5aeb7f0c6bb7" providerId="ADAL" clId="{6A1F3EF7-90F3-4287-8EFD-9DD7C6C2096F}" dt="2023-10-02T05:55:05.983" v="2600" actId="1076"/>
          <ac:picMkLst>
            <pc:docMk/>
            <pc:sldMk cId="33468046" sldId="335"/>
            <ac:picMk id="5" creationId="{C3706064-6DFF-C5EE-AD6C-E8919252A042}"/>
          </ac:picMkLst>
        </pc:picChg>
      </pc:sldChg>
      <pc:sldChg chg="addSp delSp modSp add mod delAnim modAnim">
        <pc:chgData name="Neil Patrick  A. Del Gallego" userId="9fccce03-204c-489b-ae7d-5aeb7f0c6bb7" providerId="ADAL" clId="{6A1F3EF7-90F3-4287-8EFD-9DD7C6C2096F}" dt="2023-10-02T11:04:39.222" v="5251"/>
        <pc:sldMkLst>
          <pc:docMk/>
          <pc:sldMk cId="2610385816" sldId="336"/>
        </pc:sldMkLst>
        <pc:spChg chg="add mod">
          <ac:chgData name="Neil Patrick  A. Del Gallego" userId="9fccce03-204c-489b-ae7d-5aeb7f0c6bb7" providerId="ADAL" clId="{6A1F3EF7-90F3-4287-8EFD-9DD7C6C2096F}" dt="2023-10-02T11:04:39.222" v="5251"/>
          <ac:spMkLst>
            <pc:docMk/>
            <pc:sldMk cId="2610385816" sldId="336"/>
            <ac:spMk id="2" creationId="{AD4F13E0-3004-1EB5-1634-C314F96DBD93}"/>
          </ac:spMkLst>
        </pc:spChg>
        <pc:spChg chg="del mod">
          <ac:chgData name="Neil Patrick  A. Del Gallego" userId="9fccce03-204c-489b-ae7d-5aeb7f0c6bb7" providerId="ADAL" clId="{6A1F3EF7-90F3-4287-8EFD-9DD7C6C2096F}" dt="2023-10-02T05:59:53.879" v="2734" actId="478"/>
          <ac:spMkLst>
            <pc:docMk/>
            <pc:sldMk cId="2610385816" sldId="336"/>
            <ac:spMk id="2" creationId="{D0FAFE88-3BB3-4A37-8738-A7A760A9234D}"/>
          </ac:spMkLst>
        </pc:spChg>
        <pc:spChg chg="del mod">
          <ac:chgData name="Neil Patrick  A. Del Gallego" userId="9fccce03-204c-489b-ae7d-5aeb7f0c6bb7" providerId="ADAL" clId="{6A1F3EF7-90F3-4287-8EFD-9DD7C6C2096F}" dt="2023-10-02T05:55:19.680" v="2605" actId="478"/>
          <ac:spMkLst>
            <pc:docMk/>
            <pc:sldMk cId="2610385816" sldId="336"/>
            <ac:spMk id="4" creationId="{900A3B5E-0D88-40D3-ADEE-967AB121DC82}"/>
          </ac:spMkLst>
        </pc:spChg>
        <pc:spChg chg="add mod">
          <ac:chgData name="Neil Patrick  A. Del Gallego" userId="9fccce03-204c-489b-ae7d-5aeb7f0c6bb7" providerId="ADAL" clId="{6A1F3EF7-90F3-4287-8EFD-9DD7C6C2096F}" dt="2023-10-02T05:59:57.518" v="2736" actId="27636"/>
          <ac:spMkLst>
            <pc:docMk/>
            <pc:sldMk cId="2610385816" sldId="336"/>
            <ac:spMk id="6" creationId="{927B199D-F263-4DB3-8F95-E7B65710254E}"/>
          </ac:spMkLst>
        </pc:spChg>
        <pc:picChg chg="add mod">
          <ac:chgData name="Neil Patrick  A. Del Gallego" userId="9fccce03-204c-489b-ae7d-5aeb7f0c6bb7" providerId="ADAL" clId="{6A1F3EF7-90F3-4287-8EFD-9DD7C6C2096F}" dt="2023-10-02T05:55:31.418" v="2610" actId="1076"/>
          <ac:picMkLst>
            <pc:docMk/>
            <pc:sldMk cId="2610385816" sldId="336"/>
            <ac:picMk id="3" creationId="{36376DBE-AE84-9CF5-5254-E014E3454728}"/>
          </ac:picMkLst>
        </pc:picChg>
        <pc:picChg chg="del">
          <ac:chgData name="Neil Patrick  A. Del Gallego" userId="9fccce03-204c-489b-ae7d-5aeb7f0c6bb7" providerId="ADAL" clId="{6A1F3EF7-90F3-4287-8EFD-9DD7C6C2096F}" dt="2023-10-02T05:55:13.270" v="2603" actId="478"/>
          <ac:picMkLst>
            <pc:docMk/>
            <pc:sldMk cId="2610385816" sldId="336"/>
            <ac:picMk id="5" creationId="{C3706064-6DFF-C5EE-AD6C-E8919252A042}"/>
          </ac:picMkLst>
        </pc:picChg>
      </pc:sldChg>
      <pc:sldChg chg="modSp add mod ord modAnim">
        <pc:chgData name="Neil Patrick  A. Del Gallego" userId="9fccce03-204c-489b-ae7d-5aeb7f0c6bb7" providerId="ADAL" clId="{6A1F3EF7-90F3-4287-8EFD-9DD7C6C2096F}" dt="2023-10-02T11:57:32.575" v="7730" actId="20577"/>
        <pc:sldMkLst>
          <pc:docMk/>
          <pc:sldMk cId="3741554735" sldId="337"/>
        </pc:sldMkLst>
        <pc:spChg chg="mod">
          <ac:chgData name="Neil Patrick  A. Del Gallego" userId="9fccce03-204c-489b-ae7d-5aeb7f0c6bb7" providerId="ADAL" clId="{6A1F3EF7-90F3-4287-8EFD-9DD7C6C2096F}" dt="2023-10-02T06:39:33.529" v="4634" actId="14100"/>
          <ac:spMkLst>
            <pc:docMk/>
            <pc:sldMk cId="3741554735" sldId="337"/>
            <ac:spMk id="2" creationId="{D0FAFE88-3BB3-4A37-8738-A7A760A9234D}"/>
          </ac:spMkLst>
        </pc:spChg>
        <pc:spChg chg="mod">
          <ac:chgData name="Neil Patrick  A. Del Gallego" userId="9fccce03-204c-489b-ae7d-5aeb7f0c6bb7" providerId="ADAL" clId="{6A1F3EF7-90F3-4287-8EFD-9DD7C6C2096F}" dt="2023-10-02T11:57:31.611" v="7728" actId="20577"/>
          <ac:spMkLst>
            <pc:docMk/>
            <pc:sldMk cId="3741554735" sldId="337"/>
            <ac:spMk id="4" creationId="{FEAA0364-74F4-8CFB-FD51-2ADEA47E2C36}"/>
          </ac:spMkLst>
        </pc:spChg>
      </pc:sldChg>
      <pc:sldChg chg="add del">
        <pc:chgData name="Neil Patrick  A. Del Gallego" userId="9fccce03-204c-489b-ae7d-5aeb7f0c6bb7" providerId="ADAL" clId="{6A1F3EF7-90F3-4287-8EFD-9DD7C6C2096F}" dt="2023-10-02T06:12:27.890" v="3303"/>
        <pc:sldMkLst>
          <pc:docMk/>
          <pc:sldMk cId="1360440909" sldId="338"/>
        </pc:sldMkLst>
      </pc:sldChg>
      <pc:sldChg chg="addSp delSp modSp add mod modAnim">
        <pc:chgData name="Neil Patrick  A. Del Gallego" userId="9fccce03-204c-489b-ae7d-5aeb7f0c6bb7" providerId="ADAL" clId="{6A1F3EF7-90F3-4287-8EFD-9DD7C6C2096F}" dt="2023-10-02T06:33:30.609" v="4324" actId="1076"/>
        <pc:sldMkLst>
          <pc:docMk/>
          <pc:sldMk cId="2490844624" sldId="338"/>
        </pc:sldMkLst>
        <pc:spChg chg="mod">
          <ac:chgData name="Neil Patrick  A. Del Gallego" userId="9fccce03-204c-489b-ae7d-5aeb7f0c6bb7" providerId="ADAL" clId="{6A1F3EF7-90F3-4287-8EFD-9DD7C6C2096F}" dt="2023-10-02T06:12:36.340" v="3325" actId="20577"/>
          <ac:spMkLst>
            <pc:docMk/>
            <pc:sldMk cId="2490844624" sldId="338"/>
            <ac:spMk id="2" creationId="{D0FAFE88-3BB3-4A37-8738-A7A760A9234D}"/>
          </ac:spMkLst>
        </pc:spChg>
        <pc:spChg chg="add mod">
          <ac:chgData name="Neil Patrick  A. Del Gallego" userId="9fccce03-204c-489b-ae7d-5aeb7f0c6bb7" providerId="ADAL" clId="{6A1F3EF7-90F3-4287-8EFD-9DD7C6C2096F}" dt="2023-10-02T06:32:07.425" v="4319" actId="1076"/>
          <ac:spMkLst>
            <pc:docMk/>
            <pc:sldMk cId="2490844624" sldId="338"/>
            <ac:spMk id="3" creationId="{9415AE1C-E8EB-C8CA-B392-17E0C5872B99}"/>
          </ac:spMkLst>
        </pc:spChg>
        <pc:spChg chg="del">
          <ac:chgData name="Neil Patrick  A. Del Gallego" userId="9fccce03-204c-489b-ae7d-5aeb7f0c6bb7" providerId="ADAL" clId="{6A1F3EF7-90F3-4287-8EFD-9DD7C6C2096F}" dt="2023-10-02T06:12:39.253" v="3328" actId="478"/>
          <ac:spMkLst>
            <pc:docMk/>
            <pc:sldMk cId="2490844624" sldId="338"/>
            <ac:spMk id="4" creationId="{900A3B5E-0D88-40D3-ADEE-967AB121DC82}"/>
          </ac:spMkLst>
        </pc:spChg>
        <pc:spChg chg="add mod">
          <ac:chgData name="Neil Patrick  A. Del Gallego" userId="9fccce03-204c-489b-ae7d-5aeb7f0c6bb7" providerId="ADAL" clId="{6A1F3EF7-90F3-4287-8EFD-9DD7C6C2096F}" dt="2023-10-02T06:32:07.425" v="4319" actId="1076"/>
          <ac:spMkLst>
            <pc:docMk/>
            <pc:sldMk cId="2490844624" sldId="338"/>
            <ac:spMk id="6" creationId="{2B26357C-8A08-1C40-3463-9A97CFB657F7}"/>
          </ac:spMkLst>
        </pc:spChg>
        <pc:spChg chg="add mod">
          <ac:chgData name="Neil Patrick  A. Del Gallego" userId="9fccce03-204c-489b-ae7d-5aeb7f0c6bb7" providerId="ADAL" clId="{6A1F3EF7-90F3-4287-8EFD-9DD7C6C2096F}" dt="2023-10-02T06:13:40.198" v="3348" actId="571"/>
          <ac:spMkLst>
            <pc:docMk/>
            <pc:sldMk cId="2490844624" sldId="338"/>
            <ac:spMk id="8" creationId="{2156781C-A2D6-3B19-2D28-01A83CF88986}"/>
          </ac:spMkLst>
        </pc:spChg>
        <pc:spChg chg="add del mod">
          <ac:chgData name="Neil Patrick  A. Del Gallego" userId="9fccce03-204c-489b-ae7d-5aeb7f0c6bb7" providerId="ADAL" clId="{6A1F3EF7-90F3-4287-8EFD-9DD7C6C2096F}" dt="2023-10-02T06:13:39.979" v="3347"/>
          <ac:spMkLst>
            <pc:docMk/>
            <pc:sldMk cId="2490844624" sldId="338"/>
            <ac:spMk id="9" creationId="{C2804734-1514-0949-2837-E7D3C5BFEEAE}"/>
          </ac:spMkLst>
        </pc:spChg>
        <pc:spChg chg="add mod">
          <ac:chgData name="Neil Patrick  A. Del Gallego" userId="9fccce03-204c-489b-ae7d-5aeb7f0c6bb7" providerId="ADAL" clId="{6A1F3EF7-90F3-4287-8EFD-9DD7C6C2096F}" dt="2023-10-02T06:32:07.425" v="4319" actId="1076"/>
          <ac:spMkLst>
            <pc:docMk/>
            <pc:sldMk cId="2490844624" sldId="338"/>
            <ac:spMk id="10" creationId="{30345EC3-7E7A-B450-8E03-29939AE7E7B0}"/>
          </ac:spMkLst>
        </pc:spChg>
        <pc:spChg chg="add mod">
          <ac:chgData name="Neil Patrick  A. Del Gallego" userId="9fccce03-204c-489b-ae7d-5aeb7f0c6bb7" providerId="ADAL" clId="{6A1F3EF7-90F3-4287-8EFD-9DD7C6C2096F}" dt="2023-10-02T06:32:07.425" v="4319" actId="1076"/>
          <ac:spMkLst>
            <pc:docMk/>
            <pc:sldMk cId="2490844624" sldId="338"/>
            <ac:spMk id="11" creationId="{DD06983A-0AEB-A4ED-7545-E9BA978BE898}"/>
          </ac:spMkLst>
        </pc:spChg>
        <pc:spChg chg="add mod">
          <ac:chgData name="Neil Patrick  A. Del Gallego" userId="9fccce03-204c-489b-ae7d-5aeb7f0c6bb7" providerId="ADAL" clId="{6A1F3EF7-90F3-4287-8EFD-9DD7C6C2096F}" dt="2023-10-02T06:32:07.425" v="4319" actId="1076"/>
          <ac:spMkLst>
            <pc:docMk/>
            <pc:sldMk cId="2490844624" sldId="338"/>
            <ac:spMk id="12" creationId="{92230867-CC4C-DFA0-21A9-5AC6CBDE20D0}"/>
          </ac:spMkLst>
        </pc:spChg>
        <pc:spChg chg="add mod">
          <ac:chgData name="Neil Patrick  A. Del Gallego" userId="9fccce03-204c-489b-ae7d-5aeb7f0c6bb7" providerId="ADAL" clId="{6A1F3EF7-90F3-4287-8EFD-9DD7C6C2096F}" dt="2023-10-02T06:31:56.263" v="4287" actId="404"/>
          <ac:spMkLst>
            <pc:docMk/>
            <pc:sldMk cId="2490844624" sldId="338"/>
            <ac:spMk id="13" creationId="{BB9824B7-470D-0991-E297-A170459A1640}"/>
          </ac:spMkLst>
        </pc:spChg>
        <pc:spChg chg="add mod">
          <ac:chgData name="Neil Patrick  A. Del Gallego" userId="9fccce03-204c-489b-ae7d-5aeb7f0c6bb7" providerId="ADAL" clId="{6A1F3EF7-90F3-4287-8EFD-9DD7C6C2096F}" dt="2023-10-02T06:33:30.609" v="4324" actId="1076"/>
          <ac:spMkLst>
            <pc:docMk/>
            <pc:sldMk cId="2490844624" sldId="338"/>
            <ac:spMk id="21" creationId="{F9131A4E-F4AB-F437-C646-4C9F53C81CF7}"/>
          </ac:spMkLst>
        </pc:spChg>
        <pc:spChg chg="add mod">
          <ac:chgData name="Neil Patrick  A. Del Gallego" userId="9fccce03-204c-489b-ae7d-5aeb7f0c6bb7" providerId="ADAL" clId="{6A1F3EF7-90F3-4287-8EFD-9DD7C6C2096F}" dt="2023-10-02T06:33:09.020" v="4320" actId="1076"/>
          <ac:spMkLst>
            <pc:docMk/>
            <pc:sldMk cId="2490844624" sldId="338"/>
            <ac:spMk id="23" creationId="{81E94C55-9530-9FFC-660A-71AF3054DF8B}"/>
          </ac:spMkLst>
        </pc:spChg>
        <pc:spChg chg="add mod">
          <ac:chgData name="Neil Patrick  A. Del Gallego" userId="9fccce03-204c-489b-ae7d-5aeb7f0c6bb7" providerId="ADAL" clId="{6A1F3EF7-90F3-4287-8EFD-9DD7C6C2096F}" dt="2023-10-02T06:19:59.241" v="3778" actId="1076"/>
          <ac:spMkLst>
            <pc:docMk/>
            <pc:sldMk cId="2490844624" sldId="338"/>
            <ac:spMk id="24" creationId="{001D609B-E272-58B1-6505-CCCD421D4ECF}"/>
          </ac:spMkLst>
        </pc:spChg>
        <pc:spChg chg="add mod">
          <ac:chgData name="Neil Patrick  A. Del Gallego" userId="9fccce03-204c-489b-ae7d-5aeb7f0c6bb7" providerId="ADAL" clId="{6A1F3EF7-90F3-4287-8EFD-9DD7C6C2096F}" dt="2023-10-02T06:31:56.263" v="4287" actId="404"/>
          <ac:spMkLst>
            <pc:docMk/>
            <pc:sldMk cId="2490844624" sldId="338"/>
            <ac:spMk id="25" creationId="{25511438-D6DE-1A52-C2BD-343A55DFF328}"/>
          </ac:spMkLst>
        </pc:spChg>
        <pc:spChg chg="add mod">
          <ac:chgData name="Neil Patrick  A. Del Gallego" userId="9fccce03-204c-489b-ae7d-5aeb7f0c6bb7" providerId="ADAL" clId="{6A1F3EF7-90F3-4287-8EFD-9DD7C6C2096F}" dt="2023-10-02T06:32:02.749" v="4318" actId="1036"/>
          <ac:spMkLst>
            <pc:docMk/>
            <pc:sldMk cId="2490844624" sldId="338"/>
            <ac:spMk id="28" creationId="{AD62E444-B338-5CE5-3DB6-05253ACF67CE}"/>
          </ac:spMkLst>
        </pc:spChg>
        <pc:spChg chg="add mod">
          <ac:chgData name="Neil Patrick  A. Del Gallego" userId="9fccce03-204c-489b-ae7d-5aeb7f0c6bb7" providerId="ADAL" clId="{6A1F3EF7-90F3-4287-8EFD-9DD7C6C2096F}" dt="2023-10-02T06:32:02.749" v="4318" actId="1036"/>
          <ac:spMkLst>
            <pc:docMk/>
            <pc:sldMk cId="2490844624" sldId="338"/>
            <ac:spMk id="29" creationId="{1BE30897-EF03-CBF5-91A3-05616FF9F9D6}"/>
          </ac:spMkLst>
        </pc:spChg>
        <pc:spChg chg="add mod">
          <ac:chgData name="Neil Patrick  A. Del Gallego" userId="9fccce03-204c-489b-ae7d-5aeb7f0c6bb7" providerId="ADAL" clId="{6A1F3EF7-90F3-4287-8EFD-9DD7C6C2096F}" dt="2023-10-02T06:32:02.749" v="4318" actId="1036"/>
          <ac:spMkLst>
            <pc:docMk/>
            <pc:sldMk cId="2490844624" sldId="338"/>
            <ac:spMk id="30" creationId="{9575D3A0-8208-3D97-3BC3-4E8DCB28AFD6}"/>
          </ac:spMkLst>
        </pc:spChg>
        <pc:spChg chg="add mod">
          <ac:chgData name="Neil Patrick  A. Del Gallego" userId="9fccce03-204c-489b-ae7d-5aeb7f0c6bb7" providerId="ADAL" clId="{6A1F3EF7-90F3-4287-8EFD-9DD7C6C2096F}" dt="2023-10-02T06:32:02.749" v="4318" actId="1036"/>
          <ac:spMkLst>
            <pc:docMk/>
            <pc:sldMk cId="2490844624" sldId="338"/>
            <ac:spMk id="31" creationId="{5B186D35-47A0-BE47-7214-E2E575C0EA73}"/>
          </ac:spMkLst>
        </pc:spChg>
        <pc:picChg chg="del">
          <ac:chgData name="Neil Patrick  A. Del Gallego" userId="9fccce03-204c-489b-ae7d-5aeb7f0c6bb7" providerId="ADAL" clId="{6A1F3EF7-90F3-4287-8EFD-9DD7C6C2096F}" dt="2023-10-02T06:12:37.840" v="3326" actId="478"/>
          <ac:picMkLst>
            <pc:docMk/>
            <pc:sldMk cId="2490844624" sldId="338"/>
            <ac:picMk id="5" creationId="{6F7F23A1-55FF-2AD1-823D-14B4CDCA14E5}"/>
          </ac:picMkLst>
        </pc:picChg>
        <pc:picChg chg="del">
          <ac:chgData name="Neil Patrick  A. Del Gallego" userId="9fccce03-204c-489b-ae7d-5aeb7f0c6bb7" providerId="ADAL" clId="{6A1F3EF7-90F3-4287-8EFD-9DD7C6C2096F}" dt="2023-10-02T06:12:38.192" v="3327" actId="478"/>
          <ac:picMkLst>
            <pc:docMk/>
            <pc:sldMk cId="2490844624" sldId="338"/>
            <ac:picMk id="7" creationId="{31005B7D-211A-5DB1-8E1A-85A06F2EE2AB}"/>
          </ac:picMkLst>
        </pc:picChg>
        <pc:picChg chg="add del mod">
          <ac:chgData name="Neil Patrick  A. Del Gallego" userId="9fccce03-204c-489b-ae7d-5aeb7f0c6bb7" providerId="ADAL" clId="{6A1F3EF7-90F3-4287-8EFD-9DD7C6C2096F}" dt="2023-10-02T06:16:03.738" v="3413" actId="21"/>
          <ac:picMkLst>
            <pc:docMk/>
            <pc:sldMk cId="2490844624" sldId="338"/>
            <ac:picMk id="15" creationId="{77376D0E-2BFA-8BC3-9454-DDA7A9FBA3F8}"/>
          </ac:picMkLst>
        </pc:picChg>
        <pc:picChg chg="add del mod">
          <ac:chgData name="Neil Patrick  A. Del Gallego" userId="9fccce03-204c-489b-ae7d-5aeb7f0c6bb7" providerId="ADAL" clId="{6A1F3EF7-90F3-4287-8EFD-9DD7C6C2096F}" dt="2023-10-02T06:16:08.986" v="3416"/>
          <ac:picMkLst>
            <pc:docMk/>
            <pc:sldMk cId="2490844624" sldId="338"/>
            <ac:picMk id="16" creationId="{A8DAD8A0-2DCC-9F88-7376-B3F346981EE9}"/>
          </ac:picMkLst>
        </pc:picChg>
        <pc:picChg chg="add mod">
          <ac:chgData name="Neil Patrick  A. Del Gallego" userId="9fccce03-204c-489b-ae7d-5aeb7f0c6bb7" providerId="ADAL" clId="{6A1F3EF7-90F3-4287-8EFD-9DD7C6C2096F}" dt="2023-10-02T06:31:54.811" v="4286" actId="404"/>
          <ac:picMkLst>
            <pc:docMk/>
            <pc:sldMk cId="2490844624" sldId="338"/>
            <ac:picMk id="17" creationId="{0256E120-F2C2-38AD-A785-1D6F3098A84F}"/>
          </ac:picMkLst>
        </pc:picChg>
        <pc:picChg chg="add del mod">
          <ac:chgData name="Neil Patrick  A. Del Gallego" userId="9fccce03-204c-489b-ae7d-5aeb7f0c6bb7" providerId="ADAL" clId="{6A1F3EF7-90F3-4287-8EFD-9DD7C6C2096F}" dt="2023-10-02T06:16:37.445" v="3429" actId="21"/>
          <ac:picMkLst>
            <pc:docMk/>
            <pc:sldMk cId="2490844624" sldId="338"/>
            <ac:picMk id="18" creationId="{3E360676-0DC7-A962-19E5-2F6F7BFB3912}"/>
          </ac:picMkLst>
        </pc:picChg>
        <pc:picChg chg="add del mod">
          <ac:chgData name="Neil Patrick  A. Del Gallego" userId="9fccce03-204c-489b-ae7d-5aeb7f0c6bb7" providerId="ADAL" clId="{6A1F3EF7-90F3-4287-8EFD-9DD7C6C2096F}" dt="2023-10-02T06:17:26.888" v="3528" actId="21"/>
          <ac:picMkLst>
            <pc:docMk/>
            <pc:sldMk cId="2490844624" sldId="338"/>
            <ac:picMk id="19" creationId="{C3004879-7F32-8C1B-F830-D56DBC4DDB5D}"/>
          </ac:picMkLst>
        </pc:picChg>
        <pc:picChg chg="add mod">
          <ac:chgData name="Neil Patrick  A. Del Gallego" userId="9fccce03-204c-489b-ae7d-5aeb7f0c6bb7" providerId="ADAL" clId="{6A1F3EF7-90F3-4287-8EFD-9DD7C6C2096F}" dt="2023-10-02T06:33:09.020" v="4320" actId="1076"/>
          <ac:picMkLst>
            <pc:docMk/>
            <pc:sldMk cId="2490844624" sldId="338"/>
            <ac:picMk id="20" creationId="{E2499FCB-943F-4AA1-3AE2-3E4ABC984375}"/>
          </ac:picMkLst>
        </pc:picChg>
        <pc:picChg chg="add mod">
          <ac:chgData name="Neil Patrick  A. Del Gallego" userId="9fccce03-204c-489b-ae7d-5aeb7f0c6bb7" providerId="ADAL" clId="{6A1F3EF7-90F3-4287-8EFD-9DD7C6C2096F}" dt="2023-10-02T06:33:09.020" v="4320" actId="1076"/>
          <ac:picMkLst>
            <pc:docMk/>
            <pc:sldMk cId="2490844624" sldId="338"/>
            <ac:picMk id="22" creationId="{B1D84C9B-E9E1-DA7C-D9ED-607325D4A2D0}"/>
          </ac:picMkLst>
        </pc:picChg>
        <pc:picChg chg="add mod">
          <ac:chgData name="Neil Patrick  A. Del Gallego" userId="9fccce03-204c-489b-ae7d-5aeb7f0c6bb7" providerId="ADAL" clId="{6A1F3EF7-90F3-4287-8EFD-9DD7C6C2096F}" dt="2023-10-02T06:31:54.811" v="4286" actId="404"/>
          <ac:picMkLst>
            <pc:docMk/>
            <pc:sldMk cId="2490844624" sldId="338"/>
            <ac:picMk id="27" creationId="{3D566B6E-398C-4D3E-C471-316465A530A4}"/>
          </ac:picMkLst>
        </pc:picChg>
        <pc:picChg chg="add mod">
          <ac:chgData name="Neil Patrick  A. Del Gallego" userId="9fccce03-204c-489b-ae7d-5aeb7f0c6bb7" providerId="ADAL" clId="{6A1F3EF7-90F3-4287-8EFD-9DD7C6C2096F}" dt="2023-10-02T06:32:02.749" v="4318" actId="1036"/>
          <ac:picMkLst>
            <pc:docMk/>
            <pc:sldMk cId="2490844624" sldId="338"/>
            <ac:picMk id="33" creationId="{6466FA3C-A88C-17F8-E196-F10D776C85D6}"/>
          </ac:picMkLst>
        </pc:picChg>
        <pc:picChg chg="add mod">
          <ac:chgData name="Neil Patrick  A. Del Gallego" userId="9fccce03-204c-489b-ae7d-5aeb7f0c6bb7" providerId="ADAL" clId="{6A1F3EF7-90F3-4287-8EFD-9DD7C6C2096F}" dt="2023-10-02T06:33:22.887" v="4323" actId="14100"/>
          <ac:picMkLst>
            <pc:docMk/>
            <pc:sldMk cId="2490844624" sldId="338"/>
            <ac:picMk id="34" creationId="{F272B84E-3A1E-ABF7-9220-4D9CAF43C92C}"/>
          </ac:picMkLst>
        </pc:picChg>
        <pc:picChg chg="add mod">
          <ac:chgData name="Neil Patrick  A. Del Gallego" userId="9fccce03-204c-489b-ae7d-5aeb7f0c6bb7" providerId="ADAL" clId="{6A1F3EF7-90F3-4287-8EFD-9DD7C6C2096F}" dt="2023-10-02T06:33:09.020" v="4320" actId="1076"/>
          <ac:picMkLst>
            <pc:docMk/>
            <pc:sldMk cId="2490844624" sldId="338"/>
            <ac:picMk id="3074" creationId="{C992F94E-6C03-CE69-C9C6-6EB4E6BCE7B2}"/>
          </ac:picMkLst>
        </pc:picChg>
        <pc:picChg chg="add mod">
          <ac:chgData name="Neil Patrick  A. Del Gallego" userId="9fccce03-204c-489b-ae7d-5aeb7f0c6bb7" providerId="ADAL" clId="{6A1F3EF7-90F3-4287-8EFD-9DD7C6C2096F}" dt="2023-10-02T06:33:09.020" v="4320" actId="1076"/>
          <ac:picMkLst>
            <pc:docMk/>
            <pc:sldMk cId="2490844624" sldId="338"/>
            <ac:picMk id="3076" creationId="{B9BD571A-AA4D-1335-047D-DB48AF17CA0D}"/>
          </ac:picMkLst>
        </pc:picChg>
        <pc:picChg chg="add mod">
          <ac:chgData name="Neil Patrick  A. Del Gallego" userId="9fccce03-204c-489b-ae7d-5aeb7f0c6bb7" providerId="ADAL" clId="{6A1F3EF7-90F3-4287-8EFD-9DD7C6C2096F}" dt="2023-10-02T06:31:54.811" v="4286" actId="404"/>
          <ac:picMkLst>
            <pc:docMk/>
            <pc:sldMk cId="2490844624" sldId="338"/>
            <ac:picMk id="3078" creationId="{C6BD52E3-3769-55B3-DEDC-EE0E4E3FEC42}"/>
          </ac:picMkLst>
        </pc:picChg>
        <pc:picChg chg="add mod">
          <ac:chgData name="Neil Patrick  A. Del Gallego" userId="9fccce03-204c-489b-ae7d-5aeb7f0c6bb7" providerId="ADAL" clId="{6A1F3EF7-90F3-4287-8EFD-9DD7C6C2096F}" dt="2023-10-02T06:32:02.749" v="4318" actId="1036"/>
          <ac:picMkLst>
            <pc:docMk/>
            <pc:sldMk cId="2490844624" sldId="338"/>
            <ac:picMk id="3080" creationId="{72D93333-DE9B-8F8F-63E2-354AE0EC7B0F}"/>
          </ac:picMkLst>
        </pc:picChg>
        <pc:picChg chg="add mod">
          <ac:chgData name="Neil Patrick  A. Del Gallego" userId="9fccce03-204c-489b-ae7d-5aeb7f0c6bb7" providerId="ADAL" clId="{6A1F3EF7-90F3-4287-8EFD-9DD7C6C2096F}" dt="2023-10-02T06:32:02.749" v="4318" actId="1036"/>
          <ac:picMkLst>
            <pc:docMk/>
            <pc:sldMk cId="2490844624" sldId="338"/>
            <ac:picMk id="3082" creationId="{A0DBFBFF-5FE8-7036-F343-4C944EA73636}"/>
          </ac:picMkLst>
        </pc:picChg>
        <pc:picChg chg="add mod">
          <ac:chgData name="Neil Patrick  A. Del Gallego" userId="9fccce03-204c-489b-ae7d-5aeb7f0c6bb7" providerId="ADAL" clId="{6A1F3EF7-90F3-4287-8EFD-9DD7C6C2096F}" dt="2023-10-02T06:32:02.749" v="4318" actId="1036"/>
          <ac:picMkLst>
            <pc:docMk/>
            <pc:sldMk cId="2490844624" sldId="338"/>
            <ac:picMk id="3084" creationId="{B750C2F8-62C6-1DAA-B72C-72343754C18B}"/>
          </ac:picMkLst>
        </pc:picChg>
      </pc:sldChg>
      <pc:sldChg chg="delSp add del mod delAnim">
        <pc:chgData name="Neil Patrick  A. Del Gallego" userId="9fccce03-204c-489b-ae7d-5aeb7f0c6bb7" providerId="ADAL" clId="{6A1F3EF7-90F3-4287-8EFD-9DD7C6C2096F}" dt="2023-10-02T06:39:29.127" v="4633" actId="47"/>
        <pc:sldMkLst>
          <pc:docMk/>
          <pc:sldMk cId="620542611" sldId="339"/>
        </pc:sldMkLst>
        <pc:spChg chg="del">
          <ac:chgData name="Neil Patrick  A. Del Gallego" userId="9fccce03-204c-489b-ae7d-5aeb7f0c6bb7" providerId="ADAL" clId="{6A1F3EF7-90F3-4287-8EFD-9DD7C6C2096F}" dt="2023-10-02T06:37:30.844" v="4577" actId="478"/>
          <ac:spMkLst>
            <pc:docMk/>
            <pc:sldMk cId="620542611" sldId="339"/>
            <ac:spMk id="3" creationId="{A4A1AB07-D9C1-58F6-9B2A-6F3605B18E86}"/>
          </ac:spMkLst>
        </pc:spChg>
      </pc:sldChg>
      <pc:sldChg chg="addSp delSp modSp add mod addAnim delAnim modAnim">
        <pc:chgData name="Neil Patrick  A. Del Gallego" userId="9fccce03-204c-489b-ae7d-5aeb7f0c6bb7" providerId="ADAL" clId="{6A1F3EF7-90F3-4287-8EFD-9DD7C6C2096F}" dt="2023-10-02T11:22:32.706" v="6954" actId="14100"/>
        <pc:sldMkLst>
          <pc:docMk/>
          <pc:sldMk cId="2820338251" sldId="339"/>
        </pc:sldMkLst>
        <pc:spChg chg="mod">
          <ac:chgData name="Neil Patrick  A. Del Gallego" userId="9fccce03-204c-489b-ae7d-5aeb7f0c6bb7" providerId="ADAL" clId="{6A1F3EF7-90F3-4287-8EFD-9DD7C6C2096F}" dt="2023-10-02T11:21:38.088" v="6862" actId="20577"/>
          <ac:spMkLst>
            <pc:docMk/>
            <pc:sldMk cId="2820338251" sldId="339"/>
            <ac:spMk id="2" creationId="{D0FAFE88-3BB3-4A37-8738-A7A760A9234D}"/>
          </ac:spMkLst>
        </pc:spChg>
        <pc:spChg chg="del mod">
          <ac:chgData name="Neil Patrick  A. Del Gallego" userId="9fccce03-204c-489b-ae7d-5aeb7f0c6bb7" providerId="ADAL" clId="{6A1F3EF7-90F3-4287-8EFD-9DD7C6C2096F}" dt="2023-10-02T11:12:41.395" v="5599" actId="478"/>
          <ac:spMkLst>
            <pc:docMk/>
            <pc:sldMk cId="2820338251" sldId="339"/>
            <ac:spMk id="3" creationId="{A4A1AB07-D9C1-58F6-9B2A-6F3605B18E86}"/>
          </ac:spMkLst>
        </pc:spChg>
        <pc:spChg chg="add del">
          <ac:chgData name="Neil Patrick  A. Del Gallego" userId="9fccce03-204c-489b-ae7d-5aeb7f0c6bb7" providerId="ADAL" clId="{6A1F3EF7-90F3-4287-8EFD-9DD7C6C2096F}" dt="2023-10-02T11:11:17.077" v="5308" actId="478"/>
          <ac:spMkLst>
            <pc:docMk/>
            <pc:sldMk cId="2820338251" sldId="339"/>
            <ac:spMk id="4" creationId="{900A3B5E-0D88-40D3-ADEE-967AB121DC82}"/>
          </ac:spMkLst>
        </pc:spChg>
        <pc:spChg chg="del mod">
          <ac:chgData name="Neil Patrick  A. Del Gallego" userId="9fccce03-204c-489b-ae7d-5aeb7f0c6bb7" providerId="ADAL" clId="{6A1F3EF7-90F3-4287-8EFD-9DD7C6C2096F}" dt="2023-10-02T11:12:43.224" v="5600" actId="478"/>
          <ac:spMkLst>
            <pc:docMk/>
            <pc:sldMk cId="2820338251" sldId="339"/>
            <ac:spMk id="5" creationId="{381400F5-D9BA-00D9-B3D7-4FF9A2E240AA}"/>
          </ac:spMkLst>
        </pc:spChg>
        <pc:spChg chg="add del">
          <ac:chgData name="Neil Patrick  A. Del Gallego" userId="9fccce03-204c-489b-ae7d-5aeb7f0c6bb7" providerId="ADAL" clId="{6A1F3EF7-90F3-4287-8EFD-9DD7C6C2096F}" dt="2023-10-02T11:12:44.777" v="5601" actId="478"/>
          <ac:spMkLst>
            <pc:docMk/>
            <pc:sldMk cId="2820338251" sldId="339"/>
            <ac:spMk id="6" creationId="{BBBEE9B8-8A4D-CBBD-B10B-CDDC28182C70}"/>
          </ac:spMkLst>
        </pc:spChg>
        <pc:spChg chg="add del">
          <ac:chgData name="Neil Patrick  A. Del Gallego" userId="9fccce03-204c-489b-ae7d-5aeb7f0c6bb7" providerId="ADAL" clId="{6A1F3EF7-90F3-4287-8EFD-9DD7C6C2096F}" dt="2023-10-02T11:11:10.316" v="5304" actId="478"/>
          <ac:spMkLst>
            <pc:docMk/>
            <pc:sldMk cId="2820338251" sldId="339"/>
            <ac:spMk id="7" creationId="{3319F67C-81E9-79EE-354F-603BFD99E909}"/>
          </ac:spMkLst>
        </pc:spChg>
        <pc:spChg chg="add del">
          <ac:chgData name="Neil Patrick  A. Del Gallego" userId="9fccce03-204c-489b-ae7d-5aeb7f0c6bb7" providerId="ADAL" clId="{6A1F3EF7-90F3-4287-8EFD-9DD7C6C2096F}" dt="2023-10-02T11:11:11.175" v="5305" actId="478"/>
          <ac:spMkLst>
            <pc:docMk/>
            <pc:sldMk cId="2820338251" sldId="339"/>
            <ac:spMk id="8" creationId="{3AB8F22E-19F3-3E02-2A9B-B3D7B1CEC598}"/>
          </ac:spMkLst>
        </pc:spChg>
        <pc:spChg chg="add mod">
          <ac:chgData name="Neil Patrick  A. Del Gallego" userId="9fccce03-204c-489b-ae7d-5aeb7f0c6bb7" providerId="ADAL" clId="{6A1F3EF7-90F3-4287-8EFD-9DD7C6C2096F}" dt="2023-10-02T11:19:55.945" v="6731" actId="207"/>
          <ac:spMkLst>
            <pc:docMk/>
            <pc:sldMk cId="2820338251" sldId="339"/>
            <ac:spMk id="9" creationId="{4254E78C-7F1E-7D9A-F2C5-7EA2337C6DAF}"/>
          </ac:spMkLst>
        </pc:spChg>
        <pc:spChg chg="add mod">
          <ac:chgData name="Neil Patrick  A. Del Gallego" userId="9fccce03-204c-489b-ae7d-5aeb7f0c6bb7" providerId="ADAL" clId="{6A1F3EF7-90F3-4287-8EFD-9DD7C6C2096F}" dt="2023-10-02T11:19:58.702" v="6732" actId="207"/>
          <ac:spMkLst>
            <pc:docMk/>
            <pc:sldMk cId="2820338251" sldId="339"/>
            <ac:spMk id="10" creationId="{744F902E-7C3C-A96C-8EFB-F313F1694AD7}"/>
          </ac:spMkLst>
        </pc:spChg>
        <pc:spChg chg="add mod">
          <ac:chgData name="Neil Patrick  A. Del Gallego" userId="9fccce03-204c-489b-ae7d-5aeb7f0c6bb7" providerId="ADAL" clId="{6A1F3EF7-90F3-4287-8EFD-9DD7C6C2096F}" dt="2023-10-02T11:20:10.452" v="6734" actId="207"/>
          <ac:spMkLst>
            <pc:docMk/>
            <pc:sldMk cId="2820338251" sldId="339"/>
            <ac:spMk id="11" creationId="{52662E69-056A-6AB0-7DD8-0AE07157908B}"/>
          </ac:spMkLst>
        </pc:spChg>
        <pc:spChg chg="add mod">
          <ac:chgData name="Neil Patrick  A. Del Gallego" userId="9fccce03-204c-489b-ae7d-5aeb7f0c6bb7" providerId="ADAL" clId="{6A1F3EF7-90F3-4287-8EFD-9DD7C6C2096F}" dt="2023-10-02T11:20:03.978" v="6733" actId="207"/>
          <ac:spMkLst>
            <pc:docMk/>
            <pc:sldMk cId="2820338251" sldId="339"/>
            <ac:spMk id="12" creationId="{1928890F-B2C5-8917-4844-60AD0D008D21}"/>
          </ac:spMkLst>
        </pc:spChg>
        <pc:spChg chg="add del">
          <ac:chgData name="Neil Patrick  A. Del Gallego" userId="9fccce03-204c-489b-ae7d-5aeb7f0c6bb7" providerId="ADAL" clId="{6A1F3EF7-90F3-4287-8EFD-9DD7C6C2096F}" dt="2023-10-02T11:19:03.108" v="6719"/>
          <ac:spMkLst>
            <pc:docMk/>
            <pc:sldMk cId="2820338251" sldId="339"/>
            <ac:spMk id="13" creationId="{FB5F7AEF-0AFC-E791-2498-A9C9382C1364}"/>
          </ac:spMkLst>
        </pc:spChg>
        <pc:spChg chg="add mod">
          <ac:chgData name="Neil Patrick  A. Del Gallego" userId="9fccce03-204c-489b-ae7d-5aeb7f0c6bb7" providerId="ADAL" clId="{6A1F3EF7-90F3-4287-8EFD-9DD7C6C2096F}" dt="2023-10-02T11:22:32.706" v="6954" actId="14100"/>
          <ac:spMkLst>
            <pc:docMk/>
            <pc:sldMk cId="2820338251" sldId="339"/>
            <ac:spMk id="15" creationId="{71E6B4E1-4443-3114-D540-D2628E9842D9}"/>
          </ac:spMkLst>
        </pc:spChg>
        <pc:picChg chg="add mod">
          <ac:chgData name="Neil Patrick  A. Del Gallego" userId="9fccce03-204c-489b-ae7d-5aeb7f0c6bb7" providerId="ADAL" clId="{6A1F3EF7-90F3-4287-8EFD-9DD7C6C2096F}" dt="2023-10-02T11:19:43.334" v="6730"/>
          <ac:picMkLst>
            <pc:docMk/>
            <pc:sldMk cId="2820338251" sldId="339"/>
            <ac:picMk id="14" creationId="{E5534EBB-34F6-6B0F-7143-71E10ED71852}"/>
          </ac:picMkLst>
        </pc:picChg>
        <pc:picChg chg="add del mod">
          <ac:chgData name="Neil Patrick  A. Del Gallego" userId="9fccce03-204c-489b-ae7d-5aeb7f0c6bb7" providerId="ADAL" clId="{6A1F3EF7-90F3-4287-8EFD-9DD7C6C2096F}" dt="2023-10-02T11:19:36.253" v="6727" actId="21"/>
          <ac:picMkLst>
            <pc:docMk/>
            <pc:sldMk cId="2820338251" sldId="339"/>
            <ac:picMk id="3076" creationId="{A582F9AD-3167-F5E2-1A3B-6A27D11F38C2}"/>
          </ac:picMkLst>
        </pc:picChg>
        <pc:picChg chg="del mod">
          <ac:chgData name="Neil Patrick  A. Del Gallego" userId="9fccce03-204c-489b-ae7d-5aeb7f0c6bb7" providerId="ADAL" clId="{6A1F3EF7-90F3-4287-8EFD-9DD7C6C2096F}" dt="2023-10-02T11:19:01.830" v="6717" actId="478"/>
          <ac:picMkLst>
            <pc:docMk/>
            <pc:sldMk cId="2820338251" sldId="339"/>
            <ac:picMk id="7170" creationId="{36F4E454-D676-6C9F-28C5-3459185ACBFA}"/>
          </ac:picMkLst>
        </pc:picChg>
      </pc:sldChg>
      <pc:sldChg chg="addSp delSp modSp add mod modAnim">
        <pc:chgData name="Neil Patrick  A. Del Gallego" userId="9fccce03-204c-489b-ae7d-5aeb7f0c6bb7" providerId="ADAL" clId="{6A1F3EF7-90F3-4287-8EFD-9DD7C6C2096F}" dt="2023-10-02T11:56:14.367" v="7633"/>
        <pc:sldMkLst>
          <pc:docMk/>
          <pc:sldMk cId="1787033067" sldId="340"/>
        </pc:sldMkLst>
        <pc:spChg chg="mod">
          <ac:chgData name="Neil Patrick  A. Del Gallego" userId="9fccce03-204c-489b-ae7d-5aeb7f0c6bb7" providerId="ADAL" clId="{6A1F3EF7-90F3-4287-8EFD-9DD7C6C2096F}" dt="2023-10-02T11:56:14.367" v="7633"/>
          <ac:spMkLst>
            <pc:docMk/>
            <pc:sldMk cId="1787033067" sldId="340"/>
            <ac:spMk id="2" creationId="{D0FAFE88-3BB3-4A37-8738-A7A760A9234D}"/>
          </ac:spMkLst>
        </pc:spChg>
        <pc:spChg chg="add del mod">
          <ac:chgData name="Neil Patrick  A. Del Gallego" userId="9fccce03-204c-489b-ae7d-5aeb7f0c6bb7" providerId="ADAL" clId="{6A1F3EF7-90F3-4287-8EFD-9DD7C6C2096F}" dt="2023-10-02T11:30:05.449" v="7388"/>
          <ac:spMkLst>
            <pc:docMk/>
            <pc:sldMk cId="1787033067" sldId="340"/>
            <ac:spMk id="4" creationId="{DBE87635-7E54-3BC4-81C6-52202962FB0C}"/>
          </ac:spMkLst>
        </pc:spChg>
        <pc:spChg chg="mod">
          <ac:chgData name="Neil Patrick  A. Del Gallego" userId="9fccce03-204c-489b-ae7d-5aeb7f0c6bb7" providerId="ADAL" clId="{6A1F3EF7-90F3-4287-8EFD-9DD7C6C2096F}" dt="2023-10-02T11:37:25.465" v="7621" actId="20577"/>
          <ac:spMkLst>
            <pc:docMk/>
            <pc:sldMk cId="1787033067" sldId="340"/>
            <ac:spMk id="5" creationId="{B627F1C3-DEB1-AB20-3FDB-4C265CC1C62D}"/>
          </ac:spMkLst>
        </pc:spChg>
        <pc:spChg chg="add mod">
          <ac:chgData name="Neil Patrick  A. Del Gallego" userId="9fccce03-204c-489b-ae7d-5aeb7f0c6bb7" providerId="ADAL" clId="{6A1F3EF7-90F3-4287-8EFD-9DD7C6C2096F}" dt="2023-10-02T11:30:23.225" v="7467" actId="113"/>
          <ac:spMkLst>
            <pc:docMk/>
            <pc:sldMk cId="1787033067" sldId="340"/>
            <ac:spMk id="6" creationId="{A63D3142-AA10-669F-5D3E-34C8FDE9303C}"/>
          </ac:spMkLst>
        </pc:spChg>
        <pc:spChg chg="del">
          <ac:chgData name="Neil Patrick  A. Del Gallego" userId="9fccce03-204c-489b-ae7d-5aeb7f0c6bb7" providerId="ADAL" clId="{6A1F3EF7-90F3-4287-8EFD-9DD7C6C2096F}" dt="2023-10-02T11:30:09.217" v="7391" actId="478"/>
          <ac:spMkLst>
            <pc:docMk/>
            <pc:sldMk cId="1787033067" sldId="340"/>
            <ac:spMk id="13" creationId="{BDB982B1-6E4D-B0BE-091D-1C97FE5A5906}"/>
          </ac:spMkLst>
        </pc:spChg>
        <pc:grpChg chg="del">
          <ac:chgData name="Neil Patrick  A. Del Gallego" userId="9fccce03-204c-489b-ae7d-5aeb7f0c6bb7" providerId="ADAL" clId="{6A1F3EF7-90F3-4287-8EFD-9DD7C6C2096F}" dt="2023-10-02T11:30:10.016" v="7392" actId="478"/>
          <ac:grpSpMkLst>
            <pc:docMk/>
            <pc:sldMk cId="1787033067" sldId="340"/>
            <ac:grpSpMk id="8" creationId="{85E574FE-A569-9ED8-1195-B93493F8CD4B}"/>
          </ac:grpSpMkLst>
        </pc:grpChg>
        <pc:picChg chg="del">
          <ac:chgData name="Neil Patrick  A. Del Gallego" userId="9fccce03-204c-489b-ae7d-5aeb7f0c6bb7" providerId="ADAL" clId="{6A1F3EF7-90F3-4287-8EFD-9DD7C6C2096F}" dt="2023-10-02T11:30:07.880" v="7390" actId="478"/>
          <ac:picMkLst>
            <pc:docMk/>
            <pc:sldMk cId="1787033067" sldId="340"/>
            <ac:picMk id="7" creationId="{AC340BD2-DD45-600D-1087-D3A380B3B5BD}"/>
          </ac:picMkLst>
        </pc:picChg>
        <pc:picChg chg="del">
          <ac:chgData name="Neil Patrick  A. Del Gallego" userId="9fccce03-204c-489b-ae7d-5aeb7f0c6bb7" providerId="ADAL" clId="{6A1F3EF7-90F3-4287-8EFD-9DD7C6C2096F}" dt="2023-10-02T11:30:07.563" v="7389" actId="478"/>
          <ac:picMkLst>
            <pc:docMk/>
            <pc:sldMk cId="1787033067" sldId="340"/>
            <ac:picMk id="11" creationId="{101A3199-381A-958B-A1C5-58490D5AAE59}"/>
          </ac:picMkLst>
        </pc:picChg>
        <pc:picChg chg="add mod">
          <ac:chgData name="Neil Patrick  A. Del Gallego" userId="9fccce03-204c-489b-ae7d-5aeb7f0c6bb7" providerId="ADAL" clId="{6A1F3EF7-90F3-4287-8EFD-9DD7C6C2096F}" dt="2023-10-02T11:36:19.762" v="7591" actId="1076"/>
          <ac:picMkLst>
            <pc:docMk/>
            <pc:sldMk cId="1787033067" sldId="340"/>
            <ac:picMk id="4098" creationId="{AC9307ED-4D1F-B296-6053-FF780D7C941C}"/>
          </ac:picMkLst>
        </pc:picChg>
        <pc:picChg chg="add mod">
          <ac:chgData name="Neil Patrick  A. Del Gallego" userId="9fccce03-204c-489b-ae7d-5aeb7f0c6bb7" providerId="ADAL" clId="{6A1F3EF7-90F3-4287-8EFD-9DD7C6C2096F}" dt="2023-10-02T11:36:23.076" v="7593" actId="1076"/>
          <ac:picMkLst>
            <pc:docMk/>
            <pc:sldMk cId="1787033067" sldId="340"/>
            <ac:picMk id="4100" creationId="{947C4DFF-3538-24A4-10AB-C0FA39E619C0}"/>
          </ac:picMkLst>
        </pc:picChg>
        <pc:picChg chg="add mod">
          <ac:chgData name="Neil Patrick  A. Del Gallego" userId="9fccce03-204c-489b-ae7d-5aeb7f0c6bb7" providerId="ADAL" clId="{6A1F3EF7-90F3-4287-8EFD-9DD7C6C2096F}" dt="2023-10-02T11:36:24.359" v="7594" actId="1076"/>
          <ac:picMkLst>
            <pc:docMk/>
            <pc:sldMk cId="1787033067" sldId="340"/>
            <ac:picMk id="4102" creationId="{B2EC7AF9-0E71-70F4-57C4-F500E8A65719}"/>
          </ac:picMkLst>
        </pc:picChg>
        <pc:picChg chg="add mod">
          <ac:chgData name="Neil Patrick  A. Del Gallego" userId="9fccce03-204c-489b-ae7d-5aeb7f0c6bb7" providerId="ADAL" clId="{6A1F3EF7-90F3-4287-8EFD-9DD7C6C2096F}" dt="2023-10-02T11:36:42.173" v="7609" actId="1076"/>
          <ac:picMkLst>
            <pc:docMk/>
            <pc:sldMk cId="1787033067" sldId="340"/>
            <ac:picMk id="4104" creationId="{E33468D0-990A-1AD2-E31D-B8D5BA35D6BB}"/>
          </ac:picMkLst>
        </pc:picChg>
        <pc:picChg chg="add mod">
          <ac:chgData name="Neil Patrick  A. Del Gallego" userId="9fccce03-204c-489b-ae7d-5aeb7f0c6bb7" providerId="ADAL" clId="{6A1F3EF7-90F3-4287-8EFD-9DD7C6C2096F}" dt="2023-10-02T11:36:50.473" v="7611" actId="1076"/>
          <ac:picMkLst>
            <pc:docMk/>
            <pc:sldMk cId="1787033067" sldId="340"/>
            <ac:picMk id="4106" creationId="{F49C2CFE-F1E0-47EC-9EDC-1253689711D9}"/>
          </ac:picMkLst>
        </pc:picChg>
      </pc:sldChg>
      <pc:sldMasterChg chg="addSp modSldLayout">
        <pc:chgData name="Neil Patrick  A. Del Gallego" userId="9fccce03-204c-489b-ae7d-5aeb7f0c6bb7" providerId="ADAL" clId="{6A1F3EF7-90F3-4287-8EFD-9DD7C6C2096F}" dt="2023-10-02T05:56:11.206" v="2614"/>
        <pc:sldMasterMkLst>
          <pc:docMk/>
          <pc:sldMasterMk cId="128815445" sldId="2147483684"/>
        </pc:sldMasterMkLst>
        <pc:picChg chg="add">
          <ac:chgData name="Neil Patrick  A. Del Gallego" userId="9fccce03-204c-489b-ae7d-5aeb7f0c6bb7" providerId="ADAL" clId="{6A1F3EF7-90F3-4287-8EFD-9DD7C6C2096F}" dt="2023-10-02T05:56:11.206" v="2614"/>
          <ac:picMkLst>
            <pc:docMk/>
            <pc:sldMasterMk cId="128815445" sldId="2147483684"/>
            <ac:picMk id="8" creationId="{025A7386-BD03-FC25-D674-A5F773FBC0D9}"/>
          </ac:picMkLst>
        </pc:picChg>
        <pc:sldLayoutChg chg="addSp">
          <pc:chgData name="Neil Patrick  A. Del Gallego" userId="9fccce03-204c-489b-ae7d-5aeb7f0c6bb7" providerId="ADAL" clId="{6A1F3EF7-90F3-4287-8EFD-9DD7C6C2096F}" dt="2023-10-02T05:56:11.206" v="2614"/>
          <pc:sldLayoutMkLst>
            <pc:docMk/>
            <pc:sldMasterMk cId="128815445" sldId="2147483684"/>
            <pc:sldLayoutMk cId="2571631433" sldId="2147483685"/>
          </pc:sldLayoutMkLst>
          <pc:picChg chg="add">
            <ac:chgData name="Neil Patrick  A. Del Gallego" userId="9fccce03-204c-489b-ae7d-5aeb7f0c6bb7" providerId="ADAL" clId="{6A1F3EF7-90F3-4287-8EFD-9DD7C6C2096F}" dt="2023-10-02T05:56:11.206" v="2614"/>
            <ac:picMkLst>
              <pc:docMk/>
              <pc:sldMasterMk cId="128815445" sldId="2147483684"/>
              <pc:sldLayoutMk cId="2571631433" sldId="2147483685"/>
              <ac:picMk id="8" creationId="{FFE6279F-A124-8572-3CCF-22D43CF8712A}"/>
            </ac:picMkLst>
          </pc:picChg>
        </pc:sldLayoutChg>
        <pc:sldLayoutChg chg="addSp">
          <pc:chgData name="Neil Patrick  A. Del Gallego" userId="9fccce03-204c-489b-ae7d-5aeb7f0c6bb7" providerId="ADAL" clId="{6A1F3EF7-90F3-4287-8EFD-9DD7C6C2096F}" dt="2023-10-02T05:56:11.206" v="2614"/>
          <pc:sldLayoutMkLst>
            <pc:docMk/>
            <pc:sldMasterMk cId="128815445" sldId="2147483684"/>
            <pc:sldLayoutMk cId="1852470555" sldId="2147483687"/>
          </pc:sldLayoutMkLst>
          <pc:picChg chg="add">
            <ac:chgData name="Neil Patrick  A. Del Gallego" userId="9fccce03-204c-489b-ae7d-5aeb7f0c6bb7" providerId="ADAL" clId="{6A1F3EF7-90F3-4287-8EFD-9DD7C6C2096F}" dt="2023-10-02T05:56:11.206" v="2614"/>
            <ac:picMkLst>
              <pc:docMk/>
              <pc:sldMasterMk cId="128815445" sldId="2147483684"/>
              <pc:sldLayoutMk cId="1852470555" sldId="2147483687"/>
              <ac:picMk id="7" creationId="{CD7D036D-4E45-148C-4F61-5AFF4B7253E5}"/>
            </ac:picMkLst>
          </pc:picChg>
        </pc:sldLayoutChg>
        <pc:sldLayoutChg chg="addSp">
          <pc:chgData name="Neil Patrick  A. Del Gallego" userId="9fccce03-204c-489b-ae7d-5aeb7f0c6bb7" providerId="ADAL" clId="{6A1F3EF7-90F3-4287-8EFD-9DD7C6C2096F}" dt="2023-10-02T05:56:11.206" v="2614"/>
          <pc:sldLayoutMkLst>
            <pc:docMk/>
            <pc:sldMasterMk cId="128815445" sldId="2147483684"/>
            <pc:sldLayoutMk cId="2575019990" sldId="2147483691"/>
          </pc:sldLayoutMkLst>
          <pc:picChg chg="add">
            <ac:chgData name="Neil Patrick  A. Del Gallego" userId="9fccce03-204c-489b-ae7d-5aeb7f0c6bb7" providerId="ADAL" clId="{6A1F3EF7-90F3-4287-8EFD-9DD7C6C2096F}" dt="2023-10-02T05:56:11.206" v="2614"/>
            <ac:picMkLst>
              <pc:docMk/>
              <pc:sldMasterMk cId="128815445" sldId="2147483684"/>
              <pc:sldLayoutMk cId="2575019990" sldId="2147483691"/>
              <ac:picMk id="5" creationId="{E8C74CEC-DF01-34A4-624A-9690E345B7B4}"/>
            </ac:picMkLst>
          </pc:picChg>
        </pc:sldLayoutChg>
        <pc:sldLayoutChg chg="addSp">
          <pc:chgData name="Neil Patrick  A. Del Gallego" userId="9fccce03-204c-489b-ae7d-5aeb7f0c6bb7" providerId="ADAL" clId="{6A1F3EF7-90F3-4287-8EFD-9DD7C6C2096F}" dt="2023-10-02T05:56:11.206" v="2614"/>
          <pc:sldLayoutMkLst>
            <pc:docMk/>
            <pc:sldMasterMk cId="128815445" sldId="2147483684"/>
            <pc:sldLayoutMk cId="2318768651" sldId="2147483692"/>
          </pc:sldLayoutMkLst>
          <pc:picChg chg="add">
            <ac:chgData name="Neil Patrick  A. Del Gallego" userId="9fccce03-204c-489b-ae7d-5aeb7f0c6bb7" providerId="ADAL" clId="{6A1F3EF7-90F3-4287-8EFD-9DD7C6C2096F}" dt="2023-10-02T05:56:11.206" v="2614"/>
            <ac:picMkLst>
              <pc:docMk/>
              <pc:sldMasterMk cId="128815445" sldId="2147483684"/>
              <pc:sldLayoutMk cId="2318768651" sldId="2147483692"/>
              <ac:picMk id="8" creationId="{D91C6305-5879-2D3B-E459-C1EF9D07DF84}"/>
            </ac:picMkLst>
          </pc:picChg>
        </pc:sldLayoutChg>
      </pc:sldMasterChg>
      <pc:sldMasterChg chg="addSp modSp mod modSldLayout">
        <pc:chgData name="Neil Patrick  A. Del Gallego" userId="9fccce03-204c-489b-ae7d-5aeb7f0c6bb7" providerId="ADAL" clId="{6A1F3EF7-90F3-4287-8EFD-9DD7C6C2096F}" dt="2023-10-02T05:58:30.276" v="2666" actId="1440"/>
        <pc:sldMasterMkLst>
          <pc:docMk/>
          <pc:sldMasterMk cId="2644797524" sldId="2147483684"/>
        </pc:sldMasterMkLst>
        <pc:spChg chg="mod">
          <ac:chgData name="Neil Patrick  A. Del Gallego" userId="9fccce03-204c-489b-ae7d-5aeb7f0c6bb7" providerId="ADAL" clId="{6A1F3EF7-90F3-4287-8EFD-9DD7C6C2096F}" dt="2023-10-02T05:58:18.386" v="2661" actId="14100"/>
          <ac:spMkLst>
            <pc:docMk/>
            <pc:sldMasterMk cId="2644797524" sldId="2147483684"/>
            <ac:spMk id="6" creationId="{0D75BAD7-4DE0-8DAF-2B8C-021CF961F416}"/>
          </ac:spMkLst>
        </pc:spChg>
        <pc:picChg chg="add mod">
          <ac:chgData name="Neil Patrick  A. Del Gallego" userId="9fccce03-204c-489b-ae7d-5aeb7f0c6bb7" providerId="ADAL" clId="{6A1F3EF7-90F3-4287-8EFD-9DD7C6C2096F}" dt="2023-10-02T05:58:30.276" v="2666" actId="1440"/>
          <ac:picMkLst>
            <pc:docMk/>
            <pc:sldMasterMk cId="2644797524" sldId="2147483684"/>
            <ac:picMk id="7" creationId="{7E8353E9-309E-4D7F-BA19-68ED15C1CF24}"/>
          </ac:picMkLst>
        </pc:picChg>
        <pc:picChg chg="add mod">
          <ac:chgData name="Neil Patrick  A. Del Gallego" userId="9fccce03-204c-489b-ae7d-5aeb7f0c6bb7" providerId="ADAL" clId="{6A1F3EF7-90F3-4287-8EFD-9DD7C6C2096F}" dt="2023-10-02T05:58:15.038" v="2660" actId="1440"/>
          <ac:picMkLst>
            <pc:docMk/>
            <pc:sldMasterMk cId="2644797524" sldId="2147483684"/>
            <ac:picMk id="8" creationId="{826DC515-5005-E090-FDD6-DC92BB630040}"/>
          </ac:picMkLst>
        </pc:picChg>
        <pc:sldLayoutChg chg="addSp delSp modSp mod">
          <pc:chgData name="Neil Patrick  A. Del Gallego" userId="9fccce03-204c-489b-ae7d-5aeb7f0c6bb7" providerId="ADAL" clId="{6A1F3EF7-90F3-4287-8EFD-9DD7C6C2096F}" dt="2023-10-02T05:57:48.191" v="2652" actId="21"/>
          <pc:sldLayoutMkLst>
            <pc:docMk/>
            <pc:sldMasterMk cId="2644797524" sldId="2147483684"/>
            <pc:sldLayoutMk cId="3365251982" sldId="2147483685"/>
          </pc:sldLayoutMkLst>
          <pc:picChg chg="add del mod">
            <ac:chgData name="Neil Patrick  A. Del Gallego" userId="9fccce03-204c-489b-ae7d-5aeb7f0c6bb7" providerId="ADAL" clId="{6A1F3EF7-90F3-4287-8EFD-9DD7C6C2096F}" dt="2023-10-02T05:56:45.590" v="2640" actId="478"/>
            <ac:picMkLst>
              <pc:docMk/>
              <pc:sldMasterMk cId="2644797524" sldId="2147483684"/>
              <pc:sldLayoutMk cId="3365251982" sldId="2147483685"/>
              <ac:picMk id="7" creationId="{8B6EF945-3105-5913-78F0-BC847B715B29}"/>
            </ac:picMkLst>
          </pc:picChg>
          <pc:picChg chg="add del mod">
            <ac:chgData name="Neil Patrick  A. Del Gallego" userId="9fccce03-204c-489b-ae7d-5aeb7f0c6bb7" providerId="ADAL" clId="{6A1F3EF7-90F3-4287-8EFD-9DD7C6C2096F}" dt="2023-10-02T05:57:48.191" v="2652" actId="21"/>
            <ac:picMkLst>
              <pc:docMk/>
              <pc:sldMasterMk cId="2644797524" sldId="2147483684"/>
              <pc:sldLayoutMk cId="3365251982" sldId="2147483685"/>
              <ac:picMk id="9" creationId="{CB40AC28-1CE1-50C5-CBEB-2AFE6024D3D4}"/>
            </ac:picMkLst>
          </pc:picChg>
        </pc:sldLayoutChg>
        <pc:sldLayoutChg chg="addSp delSp mod">
          <pc:chgData name="Neil Patrick  A. Del Gallego" userId="9fccce03-204c-489b-ae7d-5aeb7f0c6bb7" providerId="ADAL" clId="{6A1F3EF7-90F3-4287-8EFD-9DD7C6C2096F}" dt="2023-10-02T05:57:02.280" v="2644" actId="478"/>
          <pc:sldLayoutMkLst>
            <pc:docMk/>
            <pc:sldMasterMk cId="2644797524" sldId="2147483684"/>
            <pc:sldLayoutMk cId="2279362463" sldId="2147483687"/>
          </pc:sldLayoutMkLst>
          <pc:picChg chg="add del">
            <ac:chgData name="Neil Patrick  A. Del Gallego" userId="9fccce03-204c-489b-ae7d-5aeb7f0c6bb7" providerId="ADAL" clId="{6A1F3EF7-90F3-4287-8EFD-9DD7C6C2096F}" dt="2023-10-02T05:57:02.280" v="2644" actId="478"/>
            <ac:picMkLst>
              <pc:docMk/>
              <pc:sldMasterMk cId="2644797524" sldId="2147483684"/>
              <pc:sldLayoutMk cId="2279362463" sldId="2147483687"/>
              <ac:picMk id="7" creationId="{136B7616-A47E-D7DF-DD4E-C49340B1B810}"/>
            </ac:picMkLst>
          </pc:picChg>
        </pc:sldLayoutChg>
        <pc:sldLayoutChg chg="addSp delSp mod">
          <pc:chgData name="Neil Patrick  A. Del Gallego" userId="9fccce03-204c-489b-ae7d-5aeb7f0c6bb7" providerId="ADAL" clId="{6A1F3EF7-90F3-4287-8EFD-9DD7C6C2096F}" dt="2023-10-02T05:57:06.562" v="2645" actId="478"/>
          <pc:sldLayoutMkLst>
            <pc:docMk/>
            <pc:sldMasterMk cId="2644797524" sldId="2147483684"/>
            <pc:sldLayoutMk cId="3661424728" sldId="2147483691"/>
          </pc:sldLayoutMkLst>
          <pc:picChg chg="add del">
            <ac:chgData name="Neil Patrick  A. Del Gallego" userId="9fccce03-204c-489b-ae7d-5aeb7f0c6bb7" providerId="ADAL" clId="{6A1F3EF7-90F3-4287-8EFD-9DD7C6C2096F}" dt="2023-10-02T05:57:06.562" v="2645" actId="478"/>
            <ac:picMkLst>
              <pc:docMk/>
              <pc:sldMasterMk cId="2644797524" sldId="2147483684"/>
              <pc:sldLayoutMk cId="3661424728" sldId="2147483691"/>
              <ac:picMk id="5" creationId="{C331C085-9395-2446-6F83-34F1DF29AA6F}"/>
            </ac:picMkLst>
          </pc:picChg>
        </pc:sldLayoutChg>
        <pc:sldLayoutChg chg="addSp delSp mod">
          <pc:chgData name="Neil Patrick  A. Del Gallego" userId="9fccce03-204c-489b-ae7d-5aeb7f0c6bb7" providerId="ADAL" clId="{6A1F3EF7-90F3-4287-8EFD-9DD7C6C2096F}" dt="2023-10-02T05:57:08.285" v="2646" actId="478"/>
          <pc:sldLayoutMkLst>
            <pc:docMk/>
            <pc:sldMasterMk cId="2644797524" sldId="2147483684"/>
            <pc:sldLayoutMk cId="1069821278" sldId="2147483692"/>
          </pc:sldLayoutMkLst>
          <pc:picChg chg="add del">
            <ac:chgData name="Neil Patrick  A. Del Gallego" userId="9fccce03-204c-489b-ae7d-5aeb7f0c6bb7" providerId="ADAL" clId="{6A1F3EF7-90F3-4287-8EFD-9DD7C6C2096F}" dt="2023-10-02T05:57:08.285" v="2646" actId="478"/>
            <ac:picMkLst>
              <pc:docMk/>
              <pc:sldMasterMk cId="2644797524" sldId="2147483684"/>
              <pc:sldLayoutMk cId="1069821278" sldId="2147483692"/>
              <ac:picMk id="8" creationId="{84BDB514-70BC-7969-C217-5B69781A6843}"/>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97214-C04B-4145-89E7-5465B63A78F9}"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8E8492-2C95-46AF-81CD-79BF6D25C0E0}" type="slidenum">
              <a:rPr lang="en-US" smtClean="0"/>
              <a:t>‹#›</a:t>
            </a:fld>
            <a:endParaRPr lang="en-US"/>
          </a:p>
        </p:txBody>
      </p:sp>
    </p:spTree>
    <p:extLst>
      <p:ext uri="{BB962C8B-B14F-4D97-AF65-F5344CB8AC3E}">
        <p14:creationId xmlns:p14="http://schemas.microsoft.com/office/powerpoint/2010/main" val="3641455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D844-76D4-2E17-DC7F-F47CB5729A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320E0CAA-C2A4-59B3-CE8C-1F32DEFAAA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AEFC943B-7576-6F09-2DA3-EB182716E6D4}"/>
              </a:ext>
            </a:extLst>
          </p:cNvPr>
          <p:cNvSpPr>
            <a:spLocks noGrp="1"/>
          </p:cNvSpPr>
          <p:nvPr>
            <p:ph type="dt" sz="half" idx="10"/>
          </p:nvPr>
        </p:nvSpPr>
        <p:spPr/>
        <p:txBody>
          <a:bodyPr/>
          <a:lstStyle/>
          <a:p>
            <a:fld id="{5AFC44F7-9AF8-4C29-958F-A3DCB0D34872}" type="datetime1">
              <a:rPr lang="en-US" smtClean="0"/>
              <a:t>6/1/26</a:t>
            </a:fld>
            <a:endParaRPr lang="en-US" dirty="0"/>
          </a:p>
        </p:txBody>
      </p:sp>
      <p:sp>
        <p:nvSpPr>
          <p:cNvPr id="5" name="Footer Placeholder 4">
            <a:extLst>
              <a:ext uri="{FF2B5EF4-FFF2-40B4-BE49-F238E27FC236}">
                <a16:creationId xmlns:a16="http://schemas.microsoft.com/office/drawing/2014/main" id="{B3CA5808-C4A3-A245-D1EB-C17CC3E84AB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FE104A-0367-5D2B-B84A-A1ADD12B0BC5}"/>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336525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B927E-3824-05E3-14C9-B0768E99713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5E402C47-9F23-9F84-F3D8-720237AA38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7ED4D4A-A50B-FCC6-4229-1CFB8D78405F}"/>
              </a:ext>
            </a:extLst>
          </p:cNvPr>
          <p:cNvSpPr>
            <a:spLocks noGrp="1"/>
          </p:cNvSpPr>
          <p:nvPr>
            <p:ph type="dt" sz="half" idx="10"/>
          </p:nvPr>
        </p:nvSpPr>
        <p:spPr/>
        <p:txBody>
          <a:bodyPr/>
          <a:lstStyle/>
          <a:p>
            <a:fld id="{AB056E57-CD8E-46F0-9AB0-854E5DCD81C2}" type="datetime1">
              <a:rPr lang="en-US" smtClean="0"/>
              <a:t>6/1/26</a:t>
            </a:fld>
            <a:endParaRPr lang="en-US" dirty="0"/>
          </a:p>
        </p:txBody>
      </p:sp>
      <p:sp>
        <p:nvSpPr>
          <p:cNvPr id="5" name="Footer Placeholder 4">
            <a:extLst>
              <a:ext uri="{FF2B5EF4-FFF2-40B4-BE49-F238E27FC236}">
                <a16:creationId xmlns:a16="http://schemas.microsoft.com/office/drawing/2014/main" id="{D402D681-03E9-F580-7AA8-17DEE21AA6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989F99-9796-830E-E25D-EC2056747776}"/>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3001764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E951-4066-B383-9C1B-6F854B1AD8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FECE7BD5-FF88-ECEE-8C65-F3C5A9461C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031E5C-7F17-A036-5364-37EA30BF1F1D}"/>
              </a:ext>
            </a:extLst>
          </p:cNvPr>
          <p:cNvSpPr>
            <a:spLocks noGrp="1"/>
          </p:cNvSpPr>
          <p:nvPr>
            <p:ph type="dt" sz="half" idx="10"/>
          </p:nvPr>
        </p:nvSpPr>
        <p:spPr/>
        <p:txBody>
          <a:bodyPr/>
          <a:lstStyle/>
          <a:p>
            <a:fld id="{AA0242C5-7E8D-4A66-BCE9-3580C16F285B}" type="datetime1">
              <a:rPr lang="en-US" smtClean="0"/>
              <a:t>6/1/26</a:t>
            </a:fld>
            <a:endParaRPr lang="en-US" dirty="0"/>
          </a:p>
        </p:txBody>
      </p:sp>
      <p:sp>
        <p:nvSpPr>
          <p:cNvPr id="5" name="Footer Placeholder 4">
            <a:extLst>
              <a:ext uri="{FF2B5EF4-FFF2-40B4-BE49-F238E27FC236}">
                <a16:creationId xmlns:a16="http://schemas.microsoft.com/office/drawing/2014/main" id="{E725EF6D-6AFC-3C78-5719-E3C95682E62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749F2FC-1050-B0C6-4ECF-5526166CFC91}"/>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2279362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BB513-2E93-C9C2-CB1F-03B487562C7A}"/>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12F1EAE-E067-9C4A-52AA-016B8CCCC4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63BDB54D-DE7A-AADD-C8CE-5D028D9FB8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14AA0F5E-635E-4439-5171-27C69086DE76}"/>
              </a:ext>
            </a:extLst>
          </p:cNvPr>
          <p:cNvSpPr>
            <a:spLocks noGrp="1"/>
          </p:cNvSpPr>
          <p:nvPr>
            <p:ph type="dt" sz="half" idx="10"/>
          </p:nvPr>
        </p:nvSpPr>
        <p:spPr/>
        <p:txBody>
          <a:bodyPr/>
          <a:lstStyle/>
          <a:p>
            <a:fld id="{4F112114-6EC9-49AD-880C-B4E788D8319D}" type="datetime1">
              <a:rPr lang="en-US" smtClean="0"/>
              <a:t>6/1/26</a:t>
            </a:fld>
            <a:endParaRPr lang="en-US" dirty="0"/>
          </a:p>
        </p:txBody>
      </p:sp>
      <p:sp>
        <p:nvSpPr>
          <p:cNvPr id="6" name="Footer Placeholder 5">
            <a:extLst>
              <a:ext uri="{FF2B5EF4-FFF2-40B4-BE49-F238E27FC236}">
                <a16:creationId xmlns:a16="http://schemas.microsoft.com/office/drawing/2014/main" id="{E8825502-B675-1CCE-30B8-2554650C46B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6C2B59-9D23-3249-60F3-9EE2D51F1CCB}"/>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853866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5CFCF-BDB2-BA13-8E74-A49BA95D14F8}"/>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0FBAFA1-A69F-0A88-EB29-9F9AE892CF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DF660C-7218-D6EE-BEF9-7097E1685A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3C407EF4-9E38-D1F3-2A5F-5B7E5ADA6B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C24DAE-5C68-16BE-FD52-71C62954CD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83795535-266F-0A5F-0E56-2FED38F377FE}"/>
              </a:ext>
            </a:extLst>
          </p:cNvPr>
          <p:cNvSpPr>
            <a:spLocks noGrp="1"/>
          </p:cNvSpPr>
          <p:nvPr>
            <p:ph type="dt" sz="half" idx="10"/>
          </p:nvPr>
        </p:nvSpPr>
        <p:spPr/>
        <p:txBody>
          <a:bodyPr/>
          <a:lstStyle/>
          <a:p>
            <a:fld id="{FB61438F-2F1E-47EB-BDA5-081647085AC4}" type="datetime1">
              <a:rPr lang="en-US" smtClean="0"/>
              <a:t>6/1/26</a:t>
            </a:fld>
            <a:endParaRPr lang="en-US" dirty="0"/>
          </a:p>
        </p:txBody>
      </p:sp>
      <p:sp>
        <p:nvSpPr>
          <p:cNvPr id="8" name="Footer Placeholder 7">
            <a:extLst>
              <a:ext uri="{FF2B5EF4-FFF2-40B4-BE49-F238E27FC236}">
                <a16:creationId xmlns:a16="http://schemas.microsoft.com/office/drawing/2014/main" id="{B7B6B7C6-9898-D656-3902-6FBE9A05978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28F9C34-6767-3877-7E7C-660F32E12549}"/>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4047348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C4B9A-775C-C38A-A85A-4305B590C1B3}"/>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F8E99750-BCCC-DA18-0AF0-2F9F557EDCB9}"/>
              </a:ext>
            </a:extLst>
          </p:cNvPr>
          <p:cNvSpPr>
            <a:spLocks noGrp="1"/>
          </p:cNvSpPr>
          <p:nvPr>
            <p:ph type="dt" sz="half" idx="10"/>
          </p:nvPr>
        </p:nvSpPr>
        <p:spPr/>
        <p:txBody>
          <a:bodyPr/>
          <a:lstStyle/>
          <a:p>
            <a:fld id="{43054CCF-0F7B-4B3F-8088-CDF40CB5A63E}" type="datetime1">
              <a:rPr lang="en-US" smtClean="0"/>
              <a:t>6/1/26</a:t>
            </a:fld>
            <a:endParaRPr lang="en-US" dirty="0"/>
          </a:p>
        </p:txBody>
      </p:sp>
      <p:sp>
        <p:nvSpPr>
          <p:cNvPr id="4" name="Footer Placeholder 3">
            <a:extLst>
              <a:ext uri="{FF2B5EF4-FFF2-40B4-BE49-F238E27FC236}">
                <a16:creationId xmlns:a16="http://schemas.microsoft.com/office/drawing/2014/main" id="{B985E01E-6367-96F2-4E6F-2C5AAE384FC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DD7A8B9-F6C5-359B-EF1D-109AF5676830}"/>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3268560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498C5-8C75-82C8-276B-7E99B93F2500}"/>
              </a:ext>
            </a:extLst>
          </p:cNvPr>
          <p:cNvSpPr>
            <a:spLocks noGrp="1"/>
          </p:cNvSpPr>
          <p:nvPr>
            <p:ph type="dt" sz="half" idx="10"/>
          </p:nvPr>
        </p:nvSpPr>
        <p:spPr/>
        <p:txBody>
          <a:bodyPr/>
          <a:lstStyle/>
          <a:p>
            <a:fld id="{776A6BCF-E9D0-4D55-B430-5C682BBC7F3D}" type="datetime1">
              <a:rPr lang="en-US" smtClean="0"/>
              <a:t>6/1/26</a:t>
            </a:fld>
            <a:endParaRPr lang="en-US" dirty="0"/>
          </a:p>
        </p:txBody>
      </p:sp>
      <p:sp>
        <p:nvSpPr>
          <p:cNvPr id="3" name="Footer Placeholder 2">
            <a:extLst>
              <a:ext uri="{FF2B5EF4-FFF2-40B4-BE49-F238E27FC236}">
                <a16:creationId xmlns:a16="http://schemas.microsoft.com/office/drawing/2014/main" id="{AE85A6EB-49BD-046A-4B9D-B17E5DEA79D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83A76B-904B-D822-0A4B-F10EA8EBA03F}"/>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366142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68E0B-1060-227F-6628-D495A1D654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17A7D1A2-9397-6DC0-FB4E-72D5F9F94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33528C8B-B23D-4BD6-4A9E-FF48C778E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89E4B3-140A-D8B3-CC2B-1CB49B61A6A3}"/>
              </a:ext>
            </a:extLst>
          </p:cNvPr>
          <p:cNvSpPr>
            <a:spLocks noGrp="1"/>
          </p:cNvSpPr>
          <p:nvPr>
            <p:ph type="dt" sz="half" idx="10"/>
          </p:nvPr>
        </p:nvSpPr>
        <p:spPr/>
        <p:txBody>
          <a:bodyPr/>
          <a:lstStyle/>
          <a:p>
            <a:fld id="{912DBEE7-77D6-4126-BB4A-53D928127B80}" type="datetime1">
              <a:rPr lang="en-US" smtClean="0"/>
              <a:t>6/1/26</a:t>
            </a:fld>
            <a:endParaRPr lang="en-US" dirty="0"/>
          </a:p>
        </p:txBody>
      </p:sp>
      <p:sp>
        <p:nvSpPr>
          <p:cNvPr id="6" name="Footer Placeholder 5">
            <a:extLst>
              <a:ext uri="{FF2B5EF4-FFF2-40B4-BE49-F238E27FC236}">
                <a16:creationId xmlns:a16="http://schemas.microsoft.com/office/drawing/2014/main" id="{E4F41928-0D3A-496D-14F2-FFDC8E3940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23566AD-DFF7-6400-2C68-A1F156FDA205}"/>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106982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D1CFF-E3D6-08B9-DAED-C997CB4CE7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2AAA4CFA-D43E-2A09-6D64-FC69D326F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D3FFF5B8-A2D8-D8AE-3931-6A5F6B5605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E62DF-2523-BC5B-EA37-2B0C07C7A6BC}"/>
              </a:ext>
            </a:extLst>
          </p:cNvPr>
          <p:cNvSpPr>
            <a:spLocks noGrp="1"/>
          </p:cNvSpPr>
          <p:nvPr>
            <p:ph type="dt" sz="half" idx="10"/>
          </p:nvPr>
        </p:nvSpPr>
        <p:spPr/>
        <p:txBody>
          <a:bodyPr/>
          <a:lstStyle/>
          <a:p>
            <a:fld id="{ED6E11CF-92C7-4AEB-98E5-4F5BECF0A3FA}" type="datetime1">
              <a:rPr lang="en-US" smtClean="0"/>
              <a:t>6/1/26</a:t>
            </a:fld>
            <a:endParaRPr lang="en-US" dirty="0"/>
          </a:p>
        </p:txBody>
      </p:sp>
      <p:sp>
        <p:nvSpPr>
          <p:cNvPr id="6" name="Footer Placeholder 5">
            <a:extLst>
              <a:ext uri="{FF2B5EF4-FFF2-40B4-BE49-F238E27FC236}">
                <a16:creationId xmlns:a16="http://schemas.microsoft.com/office/drawing/2014/main" id="{ECA4007B-E3E1-8E15-C012-93AB248EBA0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13C3D73-6606-BDC6-B14A-6F7D3ABC4E7E}"/>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2164717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AA3B3-BBA2-CD51-E62C-2B44FED219DE}"/>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FDBBCEE-5036-902E-3164-D821709F15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7DD62BA-5DD5-1B14-6A66-AE7F96C92E78}"/>
              </a:ext>
            </a:extLst>
          </p:cNvPr>
          <p:cNvSpPr>
            <a:spLocks noGrp="1"/>
          </p:cNvSpPr>
          <p:nvPr>
            <p:ph type="dt" sz="half" idx="10"/>
          </p:nvPr>
        </p:nvSpPr>
        <p:spPr/>
        <p:txBody>
          <a:bodyPr/>
          <a:lstStyle/>
          <a:p>
            <a:fld id="{60BC22BF-B7BD-4114-8630-F9D8B35DB704}" type="datetime1">
              <a:rPr lang="en-US" smtClean="0"/>
              <a:t>6/1/26</a:t>
            </a:fld>
            <a:endParaRPr lang="en-US" dirty="0"/>
          </a:p>
        </p:txBody>
      </p:sp>
      <p:sp>
        <p:nvSpPr>
          <p:cNvPr id="5" name="Footer Placeholder 4">
            <a:extLst>
              <a:ext uri="{FF2B5EF4-FFF2-40B4-BE49-F238E27FC236}">
                <a16:creationId xmlns:a16="http://schemas.microsoft.com/office/drawing/2014/main" id="{3FE17767-C801-E0E2-DE90-5E87A242C1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BB44F61-C490-80A8-6939-13BF5B3A83D8}"/>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122396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39AB7B-DF49-5844-204E-293E203A16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88FC84D1-1F66-3258-742B-A937DC93B6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382158B-7F72-4484-F0CB-DE9D0C1E274C}"/>
              </a:ext>
            </a:extLst>
          </p:cNvPr>
          <p:cNvSpPr>
            <a:spLocks noGrp="1"/>
          </p:cNvSpPr>
          <p:nvPr>
            <p:ph type="dt" sz="half" idx="10"/>
          </p:nvPr>
        </p:nvSpPr>
        <p:spPr/>
        <p:txBody>
          <a:bodyPr/>
          <a:lstStyle/>
          <a:p>
            <a:fld id="{D6F19192-7D80-4AD4-9324-AA8E0EBE5E17}" type="datetime1">
              <a:rPr lang="en-US" smtClean="0"/>
              <a:t>6/1/26</a:t>
            </a:fld>
            <a:endParaRPr lang="en-US" dirty="0"/>
          </a:p>
        </p:txBody>
      </p:sp>
      <p:sp>
        <p:nvSpPr>
          <p:cNvPr id="5" name="Footer Placeholder 4">
            <a:extLst>
              <a:ext uri="{FF2B5EF4-FFF2-40B4-BE49-F238E27FC236}">
                <a16:creationId xmlns:a16="http://schemas.microsoft.com/office/drawing/2014/main" id="{B4DF021A-4FD8-B3E1-6390-8820A49B4A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4ED5BB-BD32-4F64-E83E-9B4F24458328}"/>
              </a:ext>
            </a:extLst>
          </p:cNvPr>
          <p:cNvSpPr>
            <a:spLocks noGrp="1"/>
          </p:cNvSpPr>
          <p:nvPr>
            <p:ph type="sldNum" sz="quarter" idx="12"/>
          </p:nvPr>
        </p:nvSpPr>
        <p:spPr/>
        <p:txBody>
          <a:bodyPr/>
          <a:lstStyle/>
          <a:p>
            <a:fld id="{FF00C4FC-38D3-4854-AF00-0F78321D5711}" type="slidenum">
              <a:rPr lang="en-US" smtClean="0"/>
              <a:t>‹#›</a:t>
            </a:fld>
            <a:endParaRPr lang="en-US"/>
          </a:p>
        </p:txBody>
      </p:sp>
    </p:spTree>
    <p:extLst>
      <p:ext uri="{BB962C8B-B14F-4D97-AF65-F5344CB8AC3E}">
        <p14:creationId xmlns:p14="http://schemas.microsoft.com/office/powerpoint/2010/main" val="4103121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7F6035-3446-84EE-86F9-CB7A6ED695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E7FC14D7-490D-8C98-301F-A850AA3F30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383CA0E-CFFB-DC56-8562-209A428ED9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93951-0A81-4122-8014-417C1FAB20A7}" type="datetime1">
              <a:rPr lang="en-US" smtClean="0"/>
              <a:t>6/1/26</a:t>
            </a:fld>
            <a:endParaRPr lang="en-US" dirty="0"/>
          </a:p>
        </p:txBody>
      </p:sp>
      <p:sp>
        <p:nvSpPr>
          <p:cNvPr id="5" name="Footer Placeholder 4">
            <a:extLst>
              <a:ext uri="{FF2B5EF4-FFF2-40B4-BE49-F238E27FC236}">
                <a16:creationId xmlns:a16="http://schemas.microsoft.com/office/drawing/2014/main" id="{B2CD64E0-7747-C8DD-3350-3D0BE796B2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D75BAD7-4DE0-8DAF-2B8C-021CF961F416}"/>
              </a:ext>
            </a:extLst>
          </p:cNvPr>
          <p:cNvSpPr>
            <a:spLocks noGrp="1"/>
          </p:cNvSpPr>
          <p:nvPr>
            <p:ph type="sldNum" sz="quarter" idx="4"/>
          </p:nvPr>
        </p:nvSpPr>
        <p:spPr>
          <a:xfrm>
            <a:off x="8610600" y="6356349"/>
            <a:ext cx="218070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00C4FC-38D3-4854-AF00-0F78321D5711}" type="slidenum">
              <a:rPr lang="en-US" smtClean="0"/>
              <a:t>‹#›</a:t>
            </a:fld>
            <a:endParaRPr lang="en-US"/>
          </a:p>
        </p:txBody>
      </p:sp>
      <p:pic>
        <p:nvPicPr>
          <p:cNvPr id="7" name="Picture 6">
            <a:extLst>
              <a:ext uri="{FF2B5EF4-FFF2-40B4-BE49-F238E27FC236}">
                <a16:creationId xmlns:a16="http://schemas.microsoft.com/office/drawing/2014/main" id="{7E8353E9-309E-4D7F-BA19-68ED15C1CF2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515733" y="6176961"/>
            <a:ext cx="590533" cy="590533"/>
          </a:xfrm>
          <a:prstGeom prst="rect">
            <a:avLst/>
          </a:prstGeom>
        </p:spPr>
      </p:pic>
    </p:spTree>
    <p:extLst>
      <p:ext uri="{BB962C8B-B14F-4D97-AF65-F5344CB8AC3E}">
        <p14:creationId xmlns:p14="http://schemas.microsoft.com/office/powerpoint/2010/main" val="26447975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81234"/>
            <a:ext cx="10058400" cy="1189610"/>
          </a:xfrm>
        </p:spPr>
        <p:txBody>
          <a:bodyPr>
            <a:noAutofit/>
          </a:bodyPr>
          <a:lstStyle/>
          <a:p>
            <a:r>
              <a:rPr lang="en-US" sz="4900" b="1" dirty="0"/>
              <a:t>The Marquee Console</a:t>
            </a:r>
          </a:p>
        </p:txBody>
      </p:sp>
      <p:sp>
        <p:nvSpPr>
          <p:cNvPr id="3" name="Subtitle 2"/>
          <p:cNvSpPr>
            <a:spLocks noGrp="1"/>
          </p:cNvSpPr>
          <p:nvPr>
            <p:ph type="subTitle" idx="1"/>
          </p:nvPr>
        </p:nvSpPr>
        <p:spPr>
          <a:xfrm>
            <a:off x="1097280" y="5270588"/>
            <a:ext cx="10058400" cy="1143000"/>
          </a:xfrm>
        </p:spPr>
        <p:txBody>
          <a:bodyPr/>
          <a:lstStyle/>
          <a:p>
            <a:r>
              <a:rPr lang="en-US" dirty="0"/>
              <a:t>Marvin Ivan C. Mangubat</a:t>
            </a:r>
          </a:p>
        </p:txBody>
      </p:sp>
      <p:sp>
        <p:nvSpPr>
          <p:cNvPr id="4" name="Title 1">
            <a:extLst>
              <a:ext uri="{FF2B5EF4-FFF2-40B4-BE49-F238E27FC236}">
                <a16:creationId xmlns:a16="http://schemas.microsoft.com/office/drawing/2014/main" id="{425D84B8-5341-4045-90F7-0378F7D789DE}"/>
              </a:ext>
            </a:extLst>
          </p:cNvPr>
          <p:cNvSpPr txBox="1">
            <a:spLocks/>
          </p:cNvSpPr>
          <p:nvPr/>
        </p:nvSpPr>
        <p:spPr>
          <a:xfrm>
            <a:off x="1097280" y="2942948"/>
            <a:ext cx="10058400" cy="135553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en-US" sz="4400" dirty="0"/>
              <a:t>Semi-MO – Immediate-mode Mockup</a:t>
            </a:r>
          </a:p>
        </p:txBody>
      </p:sp>
      <p:sp>
        <p:nvSpPr>
          <p:cNvPr id="5" name="Slide Number Placeholder 4">
            <a:extLst>
              <a:ext uri="{FF2B5EF4-FFF2-40B4-BE49-F238E27FC236}">
                <a16:creationId xmlns:a16="http://schemas.microsoft.com/office/drawing/2014/main" id="{3498E510-74E9-90F0-F9E9-041A211D0F6E}"/>
              </a:ext>
            </a:extLst>
          </p:cNvPr>
          <p:cNvSpPr>
            <a:spLocks noGrp="1"/>
          </p:cNvSpPr>
          <p:nvPr>
            <p:ph type="sldNum" sz="quarter" idx="12"/>
          </p:nvPr>
        </p:nvSpPr>
        <p:spPr/>
        <p:txBody>
          <a:bodyPr/>
          <a:lstStyle/>
          <a:p>
            <a:fld id="{FF00C4FC-38D3-4854-AF00-0F78321D5711}" type="slidenum">
              <a:rPr lang="en-US" smtClean="0"/>
              <a:t>1</a:t>
            </a:fld>
            <a:endParaRPr lang="en-US"/>
          </a:p>
        </p:txBody>
      </p:sp>
    </p:spTree>
    <p:extLst>
      <p:ext uri="{BB962C8B-B14F-4D97-AF65-F5344CB8AC3E}">
        <p14:creationId xmlns:p14="http://schemas.microsoft.com/office/powerpoint/2010/main" val="964464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3F07E-AF61-3F14-C65B-A71B4C5C0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DE7F5-8C96-9607-CC40-1E09321D63BE}"/>
              </a:ext>
            </a:extLst>
          </p:cNvPr>
          <p:cNvSpPr>
            <a:spLocks noGrp="1"/>
          </p:cNvSpPr>
          <p:nvPr>
            <p:ph type="title" idx="4294967295"/>
          </p:nvPr>
        </p:nvSpPr>
        <p:spPr>
          <a:xfrm>
            <a:off x="258750" y="176213"/>
            <a:ext cx="10639437" cy="692150"/>
          </a:xfrm>
        </p:spPr>
        <p:txBody>
          <a:bodyPr anchor="t">
            <a:normAutofit fontScale="90000"/>
          </a:bodyPr>
          <a:lstStyle/>
          <a:p>
            <a:r>
              <a:rPr lang="en-US" dirty="0"/>
              <a:t>Video Demo</a:t>
            </a:r>
          </a:p>
        </p:txBody>
      </p:sp>
      <p:sp>
        <p:nvSpPr>
          <p:cNvPr id="5" name="Slide Number Placeholder 4">
            <a:extLst>
              <a:ext uri="{FF2B5EF4-FFF2-40B4-BE49-F238E27FC236}">
                <a16:creationId xmlns:a16="http://schemas.microsoft.com/office/drawing/2014/main" id="{C4FF7795-C75C-8BDE-2EEE-94E589642295}"/>
              </a:ext>
            </a:extLst>
          </p:cNvPr>
          <p:cNvSpPr>
            <a:spLocks noGrp="1"/>
          </p:cNvSpPr>
          <p:nvPr>
            <p:ph type="sldNum" sz="quarter" idx="12"/>
          </p:nvPr>
        </p:nvSpPr>
        <p:spPr/>
        <p:txBody>
          <a:bodyPr/>
          <a:lstStyle/>
          <a:p>
            <a:fld id="{FF00C4FC-38D3-4854-AF00-0F78321D5711}" type="slidenum">
              <a:rPr lang="en-US" smtClean="0"/>
              <a:t>2</a:t>
            </a:fld>
            <a:endParaRPr lang="en-US"/>
          </a:p>
        </p:txBody>
      </p:sp>
      <p:pic>
        <p:nvPicPr>
          <p:cNvPr id="3" name="2026-06-01 15-38-33.mov">
            <a:hlinkClick r:id="" action="ppaction://media"/>
            <a:extLst>
              <a:ext uri="{FF2B5EF4-FFF2-40B4-BE49-F238E27FC236}">
                <a16:creationId xmlns:a16="http://schemas.microsoft.com/office/drawing/2014/main" id="{ABB1E2FF-D366-B8FF-B8AE-DF544968B14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13889" y="787893"/>
            <a:ext cx="10791301" cy="6070107"/>
          </a:xfrm>
          <a:prstGeom prst="rect">
            <a:avLst/>
          </a:prstGeom>
        </p:spPr>
      </p:pic>
    </p:spTree>
    <p:extLst>
      <p:ext uri="{BB962C8B-B14F-4D97-AF65-F5344CB8AC3E}">
        <p14:creationId xmlns:p14="http://schemas.microsoft.com/office/powerpoint/2010/main" val="209446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256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FE88-3BB3-4A37-8738-A7A760A9234D}"/>
              </a:ext>
            </a:extLst>
          </p:cNvPr>
          <p:cNvSpPr>
            <a:spLocks noGrp="1"/>
          </p:cNvSpPr>
          <p:nvPr>
            <p:ph type="title" idx="4294967295"/>
          </p:nvPr>
        </p:nvSpPr>
        <p:spPr>
          <a:xfrm>
            <a:off x="258750" y="176213"/>
            <a:ext cx="10639437" cy="692150"/>
          </a:xfrm>
        </p:spPr>
        <p:txBody>
          <a:bodyPr anchor="t">
            <a:normAutofit fontScale="90000"/>
          </a:bodyPr>
          <a:lstStyle/>
          <a:p>
            <a:r>
              <a:rPr lang="en-US" b="1" dirty="0"/>
              <a:t>Recommended Values for My Current Hardware</a:t>
            </a:r>
          </a:p>
        </p:txBody>
      </p:sp>
      <p:sp>
        <p:nvSpPr>
          <p:cNvPr id="4" name="Content Placeholder 2">
            <a:extLst>
              <a:ext uri="{FF2B5EF4-FFF2-40B4-BE49-F238E27FC236}">
                <a16:creationId xmlns:a16="http://schemas.microsoft.com/office/drawing/2014/main" id="{900A3B5E-0D88-40D3-ADEE-967AB121DC82}"/>
              </a:ext>
            </a:extLst>
          </p:cNvPr>
          <p:cNvSpPr>
            <a:spLocks noGrp="1"/>
          </p:cNvSpPr>
          <p:nvPr>
            <p:ph idx="4294967295"/>
          </p:nvPr>
        </p:nvSpPr>
        <p:spPr>
          <a:xfrm>
            <a:off x="217088" y="868363"/>
            <a:ext cx="11716161" cy="5137150"/>
          </a:xfrm>
        </p:spPr>
        <p:txBody>
          <a:bodyPr>
            <a:normAutofit/>
          </a:bodyPr>
          <a:lstStyle/>
          <a:p>
            <a:r>
              <a:rPr lang="en-PH" sz="2400" dirty="0"/>
              <a:t>The target tick rate for my hardware is a sleep duration of </a:t>
            </a:r>
            <a:r>
              <a:rPr lang="en-PH" sz="2400" b="1" dirty="0"/>
              <a:t>8.3 </a:t>
            </a:r>
            <a:r>
              <a:rPr lang="en-PH" sz="2400" b="1" dirty="0" err="1"/>
              <a:t>ms</a:t>
            </a:r>
            <a:r>
              <a:rPr lang="en-PH" sz="2400" b="1" dirty="0"/>
              <a:t> to 33 </a:t>
            </a:r>
            <a:r>
              <a:rPr lang="en-PH" sz="2400" b="1" dirty="0" err="1"/>
              <a:t>ms</a:t>
            </a:r>
            <a:r>
              <a:rPr lang="en-PH" sz="2400" dirty="0"/>
              <a:t>, corresponding to approximately 120 Hz down to 30 Hz.</a:t>
            </a:r>
          </a:p>
          <a:p>
            <a:r>
              <a:rPr lang="en-PH" sz="2400" dirty="0"/>
              <a:t>I derived the lower bound here (8.3 </a:t>
            </a:r>
            <a:r>
              <a:rPr lang="en-PH" sz="2400" dirty="0" err="1"/>
              <a:t>ms</a:t>
            </a:r>
            <a:r>
              <a:rPr lang="en-PH" sz="2400" dirty="0"/>
              <a:t>) from my display hardware as it matches the my laptop panel's 120 Hz refresh period, so every application frame aligns with one monitor frame and the animation is smooth. The upper bound (33 </a:t>
            </a:r>
            <a:r>
              <a:rPr lang="en-PH" sz="2400" dirty="0" err="1"/>
              <a:t>ms</a:t>
            </a:r>
            <a:r>
              <a:rPr lang="en-PH" sz="2400" dirty="0"/>
              <a:t> / 30 Hz), on the other hand is the ceiling of practical usability, as below that threshold, the </a:t>
            </a:r>
            <a:r>
              <a:rPr lang="en-PH" sz="2400" b="1" i="1" dirty="0"/>
              <a:t>while(</a:t>
            </a:r>
            <a:r>
              <a:rPr lang="en-PH" sz="2400" b="1" i="1" dirty="0" err="1"/>
              <a:t>kbhit</a:t>
            </a:r>
            <a:r>
              <a:rPr lang="en-PH" sz="2400" b="1" i="1" dirty="0"/>
              <a:t>()) </a:t>
            </a:r>
            <a:r>
              <a:rPr lang="en-PH" sz="2400" dirty="0"/>
              <a:t>drain fires frequently enough that normal typing speeds (~300 </a:t>
            </a:r>
            <a:r>
              <a:rPr lang="en-PH" sz="2400" dirty="0" err="1"/>
              <a:t>ms</a:t>
            </a:r>
            <a:r>
              <a:rPr lang="en-PH" sz="2400" dirty="0"/>
              <a:t> between keystrokes) are always captured within a single sleep window, which keeps the input response not perceivable. Beyond 33 </a:t>
            </a:r>
            <a:r>
              <a:rPr lang="en-PH" sz="2400" dirty="0" err="1"/>
              <a:t>ms</a:t>
            </a:r>
            <a:r>
              <a:rPr lang="en-PH" sz="2400" dirty="0"/>
              <a:t>, however, the gap becomes noticeable during faster typing.</a:t>
            </a:r>
          </a:p>
          <a:p>
            <a:r>
              <a:rPr lang="en-PH" sz="2400" dirty="0"/>
              <a:t>This range therefore satisfies both constraints simultaneously as the animation of the ASCII art remains visually fluid, while the polling window stays small enough that the input drain is near instant relative to what we can perceive.</a:t>
            </a:r>
          </a:p>
        </p:txBody>
      </p:sp>
      <p:sp>
        <p:nvSpPr>
          <p:cNvPr id="5" name="Slide Number Placeholder 4">
            <a:extLst>
              <a:ext uri="{FF2B5EF4-FFF2-40B4-BE49-F238E27FC236}">
                <a16:creationId xmlns:a16="http://schemas.microsoft.com/office/drawing/2014/main" id="{418E8B37-F70B-EB6E-F835-8C1F6D824931}"/>
              </a:ext>
            </a:extLst>
          </p:cNvPr>
          <p:cNvSpPr>
            <a:spLocks noGrp="1"/>
          </p:cNvSpPr>
          <p:nvPr>
            <p:ph type="sldNum" sz="quarter" idx="12"/>
          </p:nvPr>
        </p:nvSpPr>
        <p:spPr/>
        <p:txBody>
          <a:bodyPr/>
          <a:lstStyle/>
          <a:p>
            <a:fld id="{FF00C4FC-38D3-4854-AF00-0F78321D5711}" type="slidenum">
              <a:rPr lang="en-US" smtClean="0"/>
              <a:t>3</a:t>
            </a:fld>
            <a:endParaRPr lang="en-US"/>
          </a:p>
        </p:txBody>
      </p:sp>
    </p:spTree>
    <p:extLst>
      <p:ext uri="{BB962C8B-B14F-4D97-AF65-F5344CB8AC3E}">
        <p14:creationId xmlns:p14="http://schemas.microsoft.com/office/powerpoint/2010/main" val="423736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255E4-7ACD-78C2-81E6-759792888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7126E-DB70-CF41-421B-34FC594A0CD1}"/>
              </a:ext>
            </a:extLst>
          </p:cNvPr>
          <p:cNvSpPr>
            <a:spLocks noGrp="1"/>
          </p:cNvSpPr>
          <p:nvPr>
            <p:ph type="title" idx="4294967295"/>
          </p:nvPr>
        </p:nvSpPr>
        <p:spPr>
          <a:xfrm>
            <a:off x="258750" y="176213"/>
            <a:ext cx="10639437" cy="692150"/>
          </a:xfrm>
        </p:spPr>
        <p:txBody>
          <a:bodyPr anchor="t">
            <a:normAutofit fontScale="90000"/>
          </a:bodyPr>
          <a:lstStyle/>
          <a:p>
            <a:r>
              <a:rPr lang="en-US" b="1" dirty="0"/>
              <a:t>Identifying the Limits</a:t>
            </a:r>
          </a:p>
        </p:txBody>
      </p:sp>
      <p:sp>
        <p:nvSpPr>
          <p:cNvPr id="4" name="Content Placeholder 2">
            <a:extLst>
              <a:ext uri="{FF2B5EF4-FFF2-40B4-BE49-F238E27FC236}">
                <a16:creationId xmlns:a16="http://schemas.microsoft.com/office/drawing/2014/main" id="{069A9130-0796-60DC-8DB7-CD74905D8C09}"/>
              </a:ext>
            </a:extLst>
          </p:cNvPr>
          <p:cNvSpPr>
            <a:spLocks noGrp="1"/>
          </p:cNvSpPr>
          <p:nvPr>
            <p:ph idx="4294967295"/>
          </p:nvPr>
        </p:nvSpPr>
        <p:spPr>
          <a:xfrm>
            <a:off x="217088" y="868363"/>
            <a:ext cx="11716161" cy="5137150"/>
          </a:xfrm>
        </p:spPr>
        <p:txBody>
          <a:bodyPr>
            <a:normAutofit/>
          </a:bodyPr>
          <a:lstStyle/>
          <a:p>
            <a:r>
              <a:rPr lang="en-PH" sz="2400" dirty="0"/>
              <a:t>My implementation of the marquee loop's </a:t>
            </a:r>
            <a:r>
              <a:rPr lang="en-PH" sz="2400" b="1" i="1" dirty="0" err="1"/>
              <a:t>sleep_for</a:t>
            </a:r>
            <a:r>
              <a:rPr lang="en-PH" sz="2400" b="1" i="1" dirty="0"/>
              <a:t>() </a:t>
            </a:r>
            <a:r>
              <a:rPr lang="en-PH" sz="2400" dirty="0"/>
              <a:t>call serves as both the render timer and the keyboard polling interval so there is no separate input thread. This creates two observable failure modes at extreme ends.</a:t>
            </a:r>
          </a:p>
          <a:p>
            <a:r>
              <a:rPr lang="en-PH" sz="2400" dirty="0"/>
              <a:t>At the high end of the spectrum, when we push the sleep duration above ~100 </a:t>
            </a:r>
            <a:r>
              <a:rPr lang="en-PH" sz="2400" dirty="0" err="1"/>
              <a:t>ms</a:t>
            </a:r>
            <a:r>
              <a:rPr lang="en-PH" sz="2400" dirty="0"/>
              <a:t>, it introduces noticeable input latency. The </a:t>
            </a:r>
            <a:r>
              <a:rPr lang="en-PH" sz="2400" b="1" i="1" dirty="0"/>
              <a:t>select()/read() </a:t>
            </a:r>
            <a:r>
              <a:rPr lang="en-PH" sz="2400" dirty="0"/>
              <a:t>drain only fires when the loop wakes up, so the keystrokes that arrive during the sleep window just pile up in the OS buffer. When I tried it out, I perceived it as quite sluggish with delayed character recognition. The CLI feels unresponsive and laggy.</a:t>
            </a:r>
          </a:p>
          <a:p>
            <a:r>
              <a:rPr lang="en-PH" sz="2400" dirty="0"/>
              <a:t>At the low end of the spectrum, using a 1 </a:t>
            </a:r>
            <a:r>
              <a:rPr lang="en-PH" sz="2400" dirty="0" err="1"/>
              <a:t>ms</a:t>
            </a:r>
            <a:r>
              <a:rPr lang="en-PH" sz="2400" dirty="0"/>
              <a:t> sleep duration, the application's logical tick rate outpaces my display's maximum 120 Hz refresh rate. The vector updates multiple times per physical frame, resulting in an artificially accelerated, hyper-fast animation.</a:t>
            </a:r>
          </a:p>
        </p:txBody>
      </p:sp>
      <p:sp>
        <p:nvSpPr>
          <p:cNvPr id="5" name="Slide Number Placeholder 4">
            <a:extLst>
              <a:ext uri="{FF2B5EF4-FFF2-40B4-BE49-F238E27FC236}">
                <a16:creationId xmlns:a16="http://schemas.microsoft.com/office/drawing/2014/main" id="{577EEAD0-AA8B-84E5-2D00-2CF2591D4CD8}"/>
              </a:ext>
            </a:extLst>
          </p:cNvPr>
          <p:cNvSpPr>
            <a:spLocks noGrp="1"/>
          </p:cNvSpPr>
          <p:nvPr>
            <p:ph type="sldNum" sz="quarter" idx="12"/>
          </p:nvPr>
        </p:nvSpPr>
        <p:spPr/>
        <p:txBody>
          <a:bodyPr/>
          <a:lstStyle/>
          <a:p>
            <a:fld id="{FF00C4FC-38D3-4854-AF00-0F78321D5711}" type="slidenum">
              <a:rPr lang="en-US" smtClean="0"/>
              <a:t>4</a:t>
            </a:fld>
            <a:endParaRPr lang="en-US"/>
          </a:p>
        </p:txBody>
      </p:sp>
    </p:spTree>
    <p:extLst>
      <p:ext uri="{BB962C8B-B14F-4D97-AF65-F5344CB8AC3E}">
        <p14:creationId xmlns:p14="http://schemas.microsoft.com/office/powerpoint/2010/main" val="1572236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21C09-4C93-99C6-D1B9-6AF2CBB8F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5443B-0449-541A-9F8F-9C74BBCAECE4}"/>
              </a:ext>
            </a:extLst>
          </p:cNvPr>
          <p:cNvSpPr>
            <a:spLocks noGrp="1"/>
          </p:cNvSpPr>
          <p:nvPr>
            <p:ph type="title" idx="4294967295"/>
          </p:nvPr>
        </p:nvSpPr>
        <p:spPr>
          <a:xfrm>
            <a:off x="258750" y="176213"/>
            <a:ext cx="10639437" cy="692150"/>
          </a:xfrm>
        </p:spPr>
        <p:txBody>
          <a:bodyPr anchor="t">
            <a:normAutofit fontScale="90000"/>
          </a:bodyPr>
          <a:lstStyle/>
          <a:p>
            <a:r>
              <a:rPr lang="en-US" b="1" dirty="0"/>
              <a:t>Absence of Tearing</a:t>
            </a:r>
          </a:p>
        </p:txBody>
      </p:sp>
      <p:sp>
        <p:nvSpPr>
          <p:cNvPr id="4" name="Content Placeholder 2">
            <a:extLst>
              <a:ext uri="{FF2B5EF4-FFF2-40B4-BE49-F238E27FC236}">
                <a16:creationId xmlns:a16="http://schemas.microsoft.com/office/drawing/2014/main" id="{D603DFBC-E5AB-F632-368E-2C988AE27520}"/>
              </a:ext>
            </a:extLst>
          </p:cNvPr>
          <p:cNvSpPr>
            <a:spLocks noGrp="1"/>
          </p:cNvSpPr>
          <p:nvPr>
            <p:ph idx="4294967295"/>
          </p:nvPr>
        </p:nvSpPr>
        <p:spPr>
          <a:xfrm>
            <a:off x="217088" y="868363"/>
            <a:ext cx="11716161" cy="5137150"/>
          </a:xfrm>
        </p:spPr>
        <p:txBody>
          <a:bodyPr>
            <a:normAutofit/>
          </a:bodyPr>
          <a:lstStyle/>
          <a:p>
            <a:r>
              <a:rPr lang="en-PH" sz="2400" dirty="0"/>
              <a:t>From what I learned online, in a conventional Unix terminal or a legacy console, running the loop at 0 </a:t>
            </a:r>
            <a:r>
              <a:rPr lang="en-PH" sz="2400" dirty="0" err="1"/>
              <a:t>ms</a:t>
            </a:r>
            <a:r>
              <a:rPr lang="en-PH" sz="2400" dirty="0"/>
              <a:t> sleep (which is the maximum CPU speed) would produce visible screen tearing where the monitor's scan captures only a partially-written frame. My implementation did not exhibit that artifact even at maximum tick rates.</a:t>
            </a:r>
          </a:p>
          <a:p>
            <a:r>
              <a:rPr lang="en-PH" sz="2400" dirty="0"/>
              <a:t>I believe that the reason for this is the macOS </a:t>
            </a:r>
            <a:r>
              <a:rPr lang="en-PH" sz="2400" dirty="0" err="1"/>
              <a:t>WindowServer</a:t>
            </a:r>
            <a:r>
              <a:rPr lang="en-PH" sz="2400" dirty="0"/>
              <a:t> compositor. The terminal's output is not written directly to the framebuffer because it is rendered into a virtual buffer managed by the OS. The </a:t>
            </a:r>
            <a:r>
              <a:rPr lang="en-PH" sz="2400" dirty="0" err="1"/>
              <a:t>WindowServer</a:t>
            </a:r>
            <a:r>
              <a:rPr lang="en-PH" sz="2400" dirty="0"/>
              <a:t> enforces system-wide V-Sync and double-buffering, committing swaps to the physical display at a ceiling of 120 Hz (based on my hardware max). No matter how fast the application writes to that virtual buffer, the display only presents complete frames at the hardware refresh boundary, which masks the partial-write artifacts that cause tearing in environments without a compositor layer.</a:t>
            </a:r>
          </a:p>
        </p:txBody>
      </p:sp>
      <p:sp>
        <p:nvSpPr>
          <p:cNvPr id="5" name="Slide Number Placeholder 4">
            <a:extLst>
              <a:ext uri="{FF2B5EF4-FFF2-40B4-BE49-F238E27FC236}">
                <a16:creationId xmlns:a16="http://schemas.microsoft.com/office/drawing/2014/main" id="{9E6A15FE-719C-92EF-9B60-9FDB4A9BFDEE}"/>
              </a:ext>
            </a:extLst>
          </p:cNvPr>
          <p:cNvSpPr>
            <a:spLocks noGrp="1"/>
          </p:cNvSpPr>
          <p:nvPr>
            <p:ph type="sldNum" sz="quarter" idx="12"/>
          </p:nvPr>
        </p:nvSpPr>
        <p:spPr/>
        <p:txBody>
          <a:bodyPr/>
          <a:lstStyle/>
          <a:p>
            <a:fld id="{FF00C4FC-38D3-4854-AF00-0F78321D5711}" type="slidenum">
              <a:rPr lang="en-US" smtClean="0"/>
              <a:t>5</a:t>
            </a:fld>
            <a:endParaRPr lang="en-US"/>
          </a:p>
        </p:txBody>
      </p:sp>
    </p:spTree>
    <p:extLst>
      <p:ext uri="{BB962C8B-B14F-4D97-AF65-F5344CB8AC3E}">
        <p14:creationId xmlns:p14="http://schemas.microsoft.com/office/powerpoint/2010/main" val="165776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353A4-95E0-46A3-BF0C-110F7F7790C7}"/>
              </a:ext>
            </a:extLst>
          </p:cNvPr>
          <p:cNvSpPr>
            <a:spLocks noGrp="1"/>
          </p:cNvSpPr>
          <p:nvPr>
            <p:ph type="title"/>
          </p:nvPr>
        </p:nvSpPr>
        <p:spPr>
          <a:xfrm>
            <a:off x="440987" y="286603"/>
            <a:ext cx="10185583" cy="1450757"/>
          </a:xfrm>
        </p:spPr>
        <p:txBody>
          <a:bodyPr/>
          <a:lstStyle/>
          <a:p>
            <a:r>
              <a:rPr lang="en-US" dirty="0"/>
              <a:t>End of slides</a:t>
            </a:r>
          </a:p>
        </p:txBody>
      </p:sp>
      <p:sp>
        <p:nvSpPr>
          <p:cNvPr id="5" name="Title 1">
            <a:extLst>
              <a:ext uri="{FF2B5EF4-FFF2-40B4-BE49-F238E27FC236}">
                <a16:creationId xmlns:a16="http://schemas.microsoft.com/office/drawing/2014/main" id="{B3777F8A-7AF8-41C2-B52F-AB8A69AC7CEB}"/>
              </a:ext>
            </a:extLst>
          </p:cNvPr>
          <p:cNvSpPr txBox="1">
            <a:spLocks/>
          </p:cNvSpPr>
          <p:nvPr/>
        </p:nvSpPr>
        <p:spPr>
          <a:xfrm>
            <a:off x="541538" y="2112886"/>
            <a:ext cx="10520039" cy="4057095"/>
          </a:xfrm>
          <a:prstGeom prst="rect">
            <a:avLst/>
          </a:prstGeom>
        </p:spPr>
        <p:txBody>
          <a:bodyPr vert="horz" lIns="91440" tIns="45720" rIns="91440" bIns="45720" rtlCol="0" anchor="ctr">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457200" indent="-457200">
              <a:buFont typeface="Arial" panose="020B0604020202020204" pitchFamily="34" charset="0"/>
              <a:buChar char="•"/>
            </a:pPr>
            <a:endParaRPr lang="en-US" sz="3200" dirty="0">
              <a:latin typeface="+mn-lt"/>
            </a:endParaRPr>
          </a:p>
        </p:txBody>
      </p:sp>
      <p:sp>
        <p:nvSpPr>
          <p:cNvPr id="3" name="Slide Number Placeholder 2">
            <a:extLst>
              <a:ext uri="{FF2B5EF4-FFF2-40B4-BE49-F238E27FC236}">
                <a16:creationId xmlns:a16="http://schemas.microsoft.com/office/drawing/2014/main" id="{5BBD616D-620C-FD60-DA89-C1ED30E81E13}"/>
              </a:ext>
            </a:extLst>
          </p:cNvPr>
          <p:cNvSpPr>
            <a:spLocks noGrp="1"/>
          </p:cNvSpPr>
          <p:nvPr>
            <p:ph type="sldNum" sz="quarter" idx="12"/>
          </p:nvPr>
        </p:nvSpPr>
        <p:spPr/>
        <p:txBody>
          <a:bodyPr/>
          <a:lstStyle/>
          <a:p>
            <a:fld id="{FF00C4FC-38D3-4854-AF00-0F78321D5711}" type="slidenum">
              <a:rPr lang="en-US" smtClean="0"/>
              <a:t>6</a:t>
            </a:fld>
            <a:endParaRPr lang="en-US"/>
          </a:p>
        </p:txBody>
      </p:sp>
    </p:spTree>
    <p:extLst>
      <p:ext uri="{BB962C8B-B14F-4D97-AF65-F5344CB8AC3E}">
        <p14:creationId xmlns:p14="http://schemas.microsoft.com/office/powerpoint/2010/main" val="4238617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1989</TotalTime>
  <Words>547</Words>
  <Application>Microsoft Macintosh PowerPoint</Application>
  <PresentationFormat>Widescreen</PresentationFormat>
  <Paragraphs>22</Paragraphs>
  <Slides>6</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The Marquee Console</vt:lpstr>
      <vt:lpstr>Video Demo</vt:lpstr>
      <vt:lpstr>Recommended Values for My Current Hardware</vt:lpstr>
      <vt:lpstr>Identifying the Limits</vt:lpstr>
      <vt:lpstr>Absence of Tearing</vt:lpstr>
      <vt:lpstr>End of slides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Neil DG</dc:creator>
  <cp:lastModifiedBy>Marvin Ivan  C. Mangubat</cp:lastModifiedBy>
  <cp:revision>429</cp:revision>
  <dcterms:created xsi:type="dcterms:W3CDTF">2017-05-13T09:24:58Z</dcterms:created>
  <dcterms:modified xsi:type="dcterms:W3CDTF">2026-06-01T08:03:06Z</dcterms:modified>
</cp:coreProperties>
</file>